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Pipeline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24</c:v>
                </c:pt>
                <c:pt idx="3">
                  <c:v>31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400"/>
              <a:t>Keep the base forecast unchanged during partner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43746"/>
                </a:solidFill>
                <a:latin typeface="Arial"/>
              </a:rPr>
              <a:t>Northstar leadership review</a:t>
            </a:r>
          </a:p>
        </p:txBody>
      </p:sp>
      <p:sp>
        <p:nvSpPr>
          <p:cNvPr id="3" name="Review summary"/>
          <p:cNvSpPr txBox="1"/>
          <p:nvPr/>
        </p:nvSpPr>
        <p:spPr>
          <a:xfrm>
            <a:off x="640080" y="146304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43746"/>
                </a:solidFill>
                <a:latin typeface="Arial"/>
              </a:rPr>
              <a:t>October operating agenda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43746"/>
                </a:solidFill>
                <a:latin typeface="Arial"/>
              </a:rPr>
              <a:t>Financial outlook</a:t>
            </a:r>
          </a:p>
        </p:txBody>
      </p:sp>
      <p:sp>
        <p:nvSpPr>
          <p:cNvPr id="3" name="Review summary"/>
          <p:cNvSpPr txBox="1"/>
          <p:nvPr/>
        </p:nvSpPr>
        <p:spPr>
          <a:xfrm>
            <a:off x="640080" y="146304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43746"/>
                </a:solidFill>
                <a:latin typeface="Arial"/>
              </a:rPr>
              <a:t>Maintain the approved investment envelope.</a:t>
            </a:r>
          </a:p>
        </p:txBody>
      </p:sp>
      <p:graphicFrame>
        <p:nvGraphicFramePr>
          <p:cNvPr id="4" name="Regional pipeline"/>
          <p:cNvGraphicFramePr>
            <a:graphicFrameLocks noGrp="1"/>
          </p:cNvGraphicFramePr>
          <p:nvPr/>
        </p:nvGraphicFramePr>
        <p:xfrm>
          <a:off x="640080" y="3474720"/>
          <a:ext cx="64008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Northstar Planning</dc:creator>
  <cp:keywords/>
  <dc:description>generated using python-pptx</dc:description>
  <cp:lastModifiedBy>Steve Canny</cp:lastModifiedBy>
  <cp:revision>1</cp:revision>
  <dcterms:created xsi:type="dcterms:W3CDTF">2020-01-01T00:00:00Z</dcterms:created>
  <dcterms:modified xsi:type="dcterms:W3CDTF">2020-01-01T00:00:00Z</dcterms:modified>
  <cp:category/>
</cp:coreProperties>
</file>