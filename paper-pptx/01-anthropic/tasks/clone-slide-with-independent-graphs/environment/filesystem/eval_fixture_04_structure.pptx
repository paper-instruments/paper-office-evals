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  <Override PartName="/docProps/custom.xml" ContentType="application/vnd.openxmlformats-officedocument.custom-properties+xml"/>
  <Default Extension="fntdata" ContentType="application/x-fontdata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28f1fe0aa8d1419f"/><Relationship Type="http://schemas.openxmlformats.org/officeDocument/2006/relationships/extended-properties" Target="/docProps/app.xml" Id="R0ab81b52a9d24fa1"/><Relationship Type="http://schemas.openxmlformats.org/officeDocument/2006/relationships/officeDocument" Target="/ppt/presentation.xml" Id="R4146346b80114514"/><Relationship Id="rId1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98d2fc541844fc"/>
    <p:sldMasterId xmlns:r="http://schemas.openxmlformats.org/officeDocument/2006/relationships" id="2147483650" r:id="R762ac02e18b9457b"/>
  </p:sldMasterIdLst>
  <p:notesMasterIdLst>
    <p:notesMasterId xmlns:r="http://schemas.openxmlformats.org/officeDocument/2006/relationships" r:id="Rb608cc08b72c47a0"/>
  </p:notesMasterIdLst>
  <p:sldIdLst>
    <p:sldId xmlns:r="http://schemas.openxmlformats.org/officeDocument/2006/relationships" id="256" r:id="Re6466557b86e4196"/>
    <p:sldId xmlns:r="http://schemas.openxmlformats.org/officeDocument/2006/relationships" id="257" r:id="Ra0ead022e3d8469f"/>
    <p:sldId xmlns:r="http://schemas.openxmlformats.org/officeDocument/2006/relationships" id="258" r:id="Rf7fe0a4eb75441f7"/>
    <p:sldId xmlns:r="http://schemas.openxmlformats.org/officeDocument/2006/relationships" id="259" r:id="Rfada7e93c0164ddc"/>
    <p:sldId xmlns:r="http://schemas.openxmlformats.org/officeDocument/2006/relationships" id="260" r:id="Rea146f230b7c41a8"/>
    <p:sldId xmlns:r="http://schemas.openxmlformats.org/officeDocument/2006/relationships" id="261" r:id="Rc1579d648d2e4de5"/>
  </p:sldIdLst>
  <p:sldSz cx="12192000" cy="6858000"/>
  <p:notesSz cx="6858000" cy="9144000"/>
  <p:embeddedFontLst>
    <p:embeddedFont>
      <p:font typeface="Paper Eval Fixture Font"/>
      <p:regular xmlns:ns1="http://schemas.openxmlformats.org/officeDocument/2006/relationships" ns1:id="rId2"/>
    </p:embeddedFont>
  </p:embeddedFontLst>
  <p:custShowLst>
    <p:custShow name="Risk Focus" id="0">
      <p:sldLst>
        <p:sld xmlns:ns1="http://schemas.openxmlformats.org/officeDocument/2006/relationships" ns1:id="Ra0ead022e3d8469f"/>
        <p:sld xmlns:ns2="http://schemas.openxmlformats.org/officeDocument/2006/relationships" ns2:id="Rfada7e93c0164ddc"/>
        <p:sld xmlns:ns3="http://schemas.openxmlformats.org/officeDocument/2006/relationships" ns3:id="Rea146f230b7c41a8"/>
      </p:sldLst>
    </p:custShow>
  </p:custShow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11111111-1111-4111-8111-111111111111}">
          <p14:sldIdLst>
            <p14:sldId id="256"/>
          </p14:sldIdLst>
        </p14:section>
        <p14:section name="Work" id="{22222222-2222-4222-8222-222222222222}">
          <p14:sldIdLst>
            <p14:sldId id="257"/>
            <p14:sldId id="258"/>
            <p14:sldId id="259"/>
            <p14:sldId id="260"/>
          </p14:sldIdLst>
        </p14:section>
        <p14:section name="Close" id="{33333333-3333-4333-8333-333333333333}">
          <p14:sldIdLst>
            <p14:sldId id="261"/>
          </p14:sldIdLst>
        </p14:section>
      </p14:sectionLst>
    </p:ext>
  </p:extLst>
</p:presentation>
</file>

<file path=ppt/commentAuthors.xml><?xml version="1.0" encoding="utf-8"?>
<p:cmAuthorLst xmlns:p="http://schemas.openxmlformats.org/presentationml/2006/main">
  <p:cmAuthor id="0" name="Fixture Reviewer" initials="FR" lastIdx="1" clrIdx="0"/>
</p:cm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f576f23ae42d46d9"/><Relationship Type="http://schemas.openxmlformats.org/officeDocument/2006/relationships/slideMaster" Target="/ppt/slideMasters/slideMaster1.xml" Id="R1898d2fc541844fc"/><Relationship Type="http://schemas.openxmlformats.org/officeDocument/2006/relationships/slideMaster" Target="/ppt/slideMasters/slideMaster2.xml" Id="R762ac02e18b9457b"/><Relationship Type="http://schemas.openxmlformats.org/officeDocument/2006/relationships/notesMaster" Target="/ppt/notesMasters/notesMaster1.xml" Id="Rb608cc08b72c47a0"/><Relationship Type="http://schemas.openxmlformats.org/officeDocument/2006/relationships/presProps" Target="/ppt/presProps.xml" Id="R32840a8a741d4354"/><Relationship Type="http://schemas.openxmlformats.org/officeDocument/2006/relationships/tableStyles" Target="/ppt/tableStyles.xml" Id="R861b0e799f0a405d"/><Relationship Type="http://schemas.openxmlformats.org/officeDocument/2006/relationships/slide" Target="/ppt/slides/slide1.xml" Id="Re6466557b86e4196"/><Relationship Type="http://schemas.openxmlformats.org/officeDocument/2006/relationships/slide" Target="/ppt/slides/slide2.xml" Id="Ra0ead022e3d8469f"/><Relationship Type="http://schemas.openxmlformats.org/officeDocument/2006/relationships/slide" Target="/ppt/slides/slide3.xml" Id="Rf7fe0a4eb75441f7"/><Relationship Type="http://schemas.openxmlformats.org/officeDocument/2006/relationships/slide" Target="/ppt/slides/slide4.xml" Id="Rfada7e93c0164ddc"/><Relationship Type="http://schemas.openxmlformats.org/officeDocument/2006/relationships/slide" Target="/ppt/slides/slide5.xml" Id="Rea146f230b7c41a8"/><Relationship Type="http://schemas.openxmlformats.org/officeDocument/2006/relationships/slide" Target="/ppt/slides/slide6.xml" Id="Rc1579d648d2e4de5"/><Relationship Id="rId1" Type="http://schemas.openxmlformats.org/officeDocument/2006/relationships/commentAuthors" Target="commentAuthors.xml"/><Relationship Id="rId2" Type="http://schemas.openxmlformats.org/officeDocument/2006/relationships/font" Target="fonts/fixture-font.fntdata"/></Relationships>
</file>

<file path=ppt/comments/comment1.xml><?xml version="1.0" encoding="utf-8"?>
<p:cmLst xmlns:p="http://schemas.openxmlformats.org/presentationml/2006/main">
  <p:cm authorId="0" dt="2026-07-13T09:00:00.000" idx="1">
    <p:pos x="18" y="24"/>
    <p:text>Review the hidden-risk cleanup.</p:text>
  </p:cm>
</p:cmLst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745240d2419346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Structure Orange">
      <a:dk1>
        <a:srgbClr val="000000"/>
      </a:dk1>
      <a:lt1>
        <a:srgbClr val="FFFFFF"/>
      </a:lt1>
      <a:dk2>
        <a:srgbClr val="431407"/>
      </a:dk2>
      <a:lt2>
        <a:srgbClr val="FFEDD5"/>
      </a:lt2>
      <a:accent1>
        <a:srgbClr val="EA580C"/>
      </a:accent1>
      <a:accent2>
        <a:srgbClr val="FDBA74"/>
      </a:accent2>
      <a:accent3>
        <a:srgbClr val="2563EB"/>
      </a:accent3>
      <a:accent4>
        <a:srgbClr val="DC2626"/>
      </a:accent4>
      <a:accent5>
        <a:srgbClr val="7C3AED"/>
      </a:accent5>
      <a:accent6>
        <a:srgbClr val="16A34A"/>
      </a:accent6>
      <a:hlink>
        <a:srgbClr val="C2410C"/>
      </a:hlink>
      <a:folHlink>
        <a:srgbClr val="7E22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ructure Orang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ece2b36fcb464d" /><Relationship Type="http://schemas.openxmlformats.org/officeDocument/2006/relationships/notesMaster" Target="/ppt/notesMasters/notesMaster1.xml" Id="Rebef62b3b4b14a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ee88856ec9482c" /><Relationship Type="http://schemas.openxmlformats.org/officeDocument/2006/relationships/notesMaster" Target="/ppt/notesMasters/notesMaster1.xml" Id="R8b159260918840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ae27ef306e41bc" /><Relationship Type="http://schemas.openxmlformats.org/officeDocument/2006/relationships/notesMaster" Target="/ppt/notesMasters/notesMaster1.xml" Id="R16a30589e7da4b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56552696c1432f" /><Relationship Type="http://schemas.openxmlformats.org/officeDocument/2006/relationships/notesMaster" Target="/ppt/notesMasters/notesMaster1.xml" Id="R9f75cc232dd44e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f9243cba2d4ad9" /><Relationship Type="http://schemas.openxmlformats.org/officeDocument/2006/relationships/notesMaster" Target="/ppt/notesMasters/notesMaster1.xml" Id="Re66f16c84ef345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083fbaa1b24d7a" /><Relationship Type="http://schemas.openxmlformats.org/officeDocument/2006/relationships/notesMaster" Target="/ppt/notesMasters/notesMaster1.xml" Id="Rbadbfb0e75aa48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EA580C"/>
                </a:solidFill>
              </a:rPr>
              <a:t>Clone notes seed: </a:t>
            </a:r>
            <a:r>
              <a:t>edit the clone only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Hidden slide confidential notes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Scrub speaker notes: confidential 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681da1f85ae5431b"/><Relationship Id="rId1" Type="http://schemas.openxmlformats.org/officeDocument/2006/relationships/image" Target="../media/unused-layout-media.png"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472b72fe76442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f1f4158f61c467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7e71b6a262b4f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Unused Layout Media"/>
          <p:cNvPicPr/>
          <p:nvPr/>
        </p:nvPicPr>
        <p:blipFill>
          <ns1:blip xmlns:ns1="http://schemas.openxmlformats.org/drawingml/2006/main" xmlns:ns2="http://schemas.openxmlformats.org/officeDocument/2006/relationships" ns2:embed="rId1"/>
          <ns3:stretch xmlns:ns3="http://schemas.openxmlformats.org/drawingml/2006/main">
            <ns3:fillRect/>
          </ns3:stretch>
        </p:blipFill>
        <p:spPr>
          <ns4:xfrm xmlns:ns4="http://schemas.openxmlformats.org/drawingml/2006/main">
            <ns4:off x="300000" y="300000"/>
            <ns4:ext cx="900000" cy="900000"/>
          </ns4:xfrm>
          <ns5:prstGeom xmlns:ns5="http://schemas.openxmlformats.org/drawingml/2006/main" prst="rect">
            <ns5:avLst/>
          </ns5:prstGeom>
        </p:spPr>
      </p:pic>
    </p:spTree>
  </p:cSld>
</p:sldLayout>
</file>

<file path=ppt/slideLayouts/slideLayout2.xml><?xml version="1.0" encoding="utf-8"?>
<p:sldLayout xmlns:p="http://schemas.openxmlformats.org/presentationml/2006/main">
  <p:cSld name="Structure Orange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061BAC6F-AA5C-40F1-85B3-2749EFAA40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7200" y="4762500"/>
            <a:ext cx="6667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Subtitle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Structure Orange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D0FF1042-7F11-4D8D-9EA4-AD94533ADF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71600"/>
            <a:ext cx="11277600" cy="476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Body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Structure Orange Alterna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2F12932B-ED74-46BE-B65A-71B802A97977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71500" y="4953000"/>
            <a:ext cx="5143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Orphan bait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4f1ae9c5914436" /><Relationship Type="http://schemas.openxmlformats.org/officeDocument/2006/relationships/slideLayout" Target="/ppt/slideLayouts/slideLayout1.xml" Id="R918f2a0463964d7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10cdfdb9ea8415b" /><Relationship Type="http://schemas.openxmlformats.org/officeDocument/2006/relationships/slideLayout" Target="/ppt/slideLayouts/slideLayout2.xml" Id="Rd947d03f97cc451d" /><Relationship Type="http://schemas.openxmlformats.org/officeDocument/2006/relationships/slideLayout" Target="/ppt/slideLayouts/slideLayout3.xml" Id="R3887971ed421484d" /><Relationship Type="http://schemas.openxmlformats.org/officeDocument/2006/relationships/slideLayout" Target="/ppt/slideLayouts/slideLayout4.xml" Id="R353abfe630c84a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8f2a0463964d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Structure Orange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d947d03f97cc451d"/>
    <p:sldLayoutId xmlns:r="http://schemas.openxmlformats.org/officeDocument/2006/relationships" id="2147483652" r:id="R3887971ed421484d"/>
    <p:sldLayoutId xmlns:r="http://schemas.openxmlformats.org/officeDocument/2006/relationships" id="2147483653" r:id="R353abfe630c84ad6"/>
  </p:sldLayoutIdLst>
</p:sldMaster>
</file>

<file path=ppt/slideMasters/theme/theme2.xml><?xml version="1.0" encoding="utf-8"?>
<a:theme xmlns:a="http://schemas.openxmlformats.org/drawingml/2006/main" name="ChatGPT">
  <a:themeElements>
    <a:clrScheme name="Structure Orange">
      <a:dk1>
        <a:srgbClr val="000000"/>
      </a:dk1>
      <a:lt1>
        <a:srgbClr val="FFFFFF"/>
      </a:lt1>
      <a:dk2>
        <a:srgbClr val="431407"/>
      </a:dk2>
      <a:lt2>
        <a:srgbClr val="FFEDD5"/>
      </a:lt2>
      <a:accent1>
        <a:srgbClr val="EA580C"/>
      </a:accent1>
      <a:accent2>
        <a:srgbClr val="FDBA74"/>
      </a:accent2>
      <a:accent3>
        <a:srgbClr val="2563EB"/>
      </a:accent3>
      <a:accent4>
        <a:srgbClr val="DC2626"/>
      </a:accent4>
      <a:accent5>
        <a:srgbClr val="7C3AED"/>
      </a:accent5>
      <a:accent6>
        <a:srgbClr val="16A34A"/>
      </a:accent6>
      <a:hlink>
        <a:srgbClr val="C2410C"/>
      </a:hlink>
      <a:folHlink>
        <a:srgbClr val="7E22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ructure Orang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Structure Orange">
      <a:dk1>
        <a:srgbClr val="000000"/>
      </a:dk1>
      <a:lt1>
        <a:srgbClr val="FFFFFF"/>
      </a:lt1>
      <a:dk2>
        <a:srgbClr val="431407"/>
      </a:dk2>
      <a:lt2>
        <a:srgbClr val="FFEDD5"/>
      </a:lt2>
      <a:accent1>
        <a:srgbClr val="EA580C"/>
      </a:accent1>
      <a:accent2>
        <a:srgbClr val="FDBA74"/>
      </a:accent2>
      <a:accent3>
        <a:srgbClr val="2563EB"/>
      </a:accent3>
      <a:accent4>
        <a:srgbClr val="DC2626"/>
      </a:accent4>
      <a:accent5>
        <a:srgbClr val="7C3AED"/>
      </a:accent5>
      <a:accent6>
        <a:srgbClr val="16A34A"/>
      </a:accent6>
      <a:hlink>
        <a:srgbClr val="C2410C"/>
      </a:hlink>
      <a:folHlink>
        <a:srgbClr val="7E22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ructure Orang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f1970fff204e7e" /><Relationship Type="http://schemas.openxmlformats.org/officeDocument/2006/relationships/notesSlide" Target="/ppt/notesSlides/notesSlide1.xml" Id="R21b9e74cd5db40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199089b869e465c" /><Relationship Type="http://schemas.openxmlformats.org/officeDocument/2006/relationships/chart" Target="/ppt/slides/charts/chart1.xml" Id="Rcf290e11cc35443d" /><Relationship Type="http://schemas.openxmlformats.org/officeDocument/2006/relationships/image" Target="/ppt/media/image.jpeg" Id="R201b48d07ca44500" /><Relationship Type="http://schemas.openxmlformats.org/officeDocument/2006/relationships/hyperlink" Target="https://example.com/customer" TargetMode="External" Id="Rdf736ddbf021428f" /><Relationship Type="http://schemas.openxmlformats.org/officeDocument/2006/relationships/notesSlide" Target="/ppt/notesSlides/notesSlide2.xml" Id="R9967b96b49654a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57a1d4d46bb459a" /><Relationship Type="http://schemas.openxmlformats.org/officeDocument/2006/relationships/notesSlide" Target="/ppt/notesSlides/notesSlide3.xml" Id="Redc7bc22c7954d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bd25a7411384525" /><Relationship Type="http://schemas.openxmlformats.org/officeDocument/2006/relationships/notesSlide" Target="/ppt/notesSlides/notesSlide4.xml" Id="R282409525b184e3d" 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149ef1f8225e4c07"/><Relationship Type="http://schemas.openxmlformats.org/officeDocument/2006/relationships/image" Target="/ppt/media/image.png" Id="R8e3c39ddaaef4a38"/><Relationship Type="http://schemas.openxmlformats.org/officeDocument/2006/relationships/notesSlide" Target="/ppt/notesSlides/notesSlide5.xml" Id="Rbfa7344450eb4539"/><Relationship Id="rId1" Type="http://schemas.openxmlformats.org/officeDocument/2006/relationships/comments" Target="../comments/comment1.xml"/><Relationship Id="rId2" Type="http://schemas.openxmlformats.org/officeDocument/2006/relationships/image" Target="../media/unreferenced-relationship.png"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065d9f0eef843e5" /><Relationship Type="http://schemas.openxmlformats.org/officeDocument/2006/relationships/notesSlide" Target="/ppt/notesSlides/notesSlide6.xml" Id="R6b40c4083acc4e41" /></Relationships>
</file>

<file path=ppt/slides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clone-target.xlsx"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14</c:v>
              </c:pt>
              <c:pt idx="1">
                <c:v>18</c:v>
              </c:pt>
              <c:pt idx="2">
                <c:v>23</c:v>
              </c:pt>
              <c:pt idx="3">
                <c:v>30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 Supertitle">
            <a:extLst xmlns:a="http://schemas.openxmlformats.org/drawingml/2006/main">
              <a:ext uri="{FF2B5EF4-FFF2-40B4-BE49-F238E27FC236}">
                <a16:creationId xmlns:a16="http://schemas.microsoft.com/office/drawing/2014/main" id="{60F471D1-E451-4B99-BA4F-75CD289F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HELIX SYSTEMS</a:t>
            </a:r>
          </a:p>
        </p:txBody>
      </p:sp>
      <p:sp>
        <p:nvSpPr>
          <p:cNvPr id="2" name="Cover Headline">
            <a:extLst xmlns:a="http://schemas.openxmlformats.org/drawingml/2006/main">
              <a:ext uri="{FF2B5EF4-FFF2-40B4-BE49-F238E27FC236}">
                <a16:creationId xmlns:a16="http://schemas.microsoft.com/office/drawing/2014/main" id="{9D3A639A-147A-4CC4-98C4-911B733B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990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48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Structure survives only when every list agrees</a:t>
            </a:r>
          </a:p>
        </p:txBody>
      </p:sp>
      <p:sp>
        <p:nvSpPr>
          <p:cNvPr id="3" name="Cover Subtitle">
            <a:extLst xmlns:a="http://schemas.openxmlformats.org/drawingml/2006/main">
              <a:ext uri="{FF2B5EF4-FFF2-40B4-BE49-F238E27FC236}">
                <a16:creationId xmlns:a16="http://schemas.microsoft.com/office/drawing/2014/main" id="{6278B05C-57FC-4C0A-BE28-23A5F4CE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Clone, lifecycle, rebind, sections, shows, and scrub</a:t>
            </a:r>
          </a:p>
        </p:txBody>
      </p:sp>
    </p:spTree>
    <p:extLst>
      <p:ext uri="{BB962C8B-B14F-4D97-AF65-F5344CB8AC3E}">
        <p14:creationId xmlns:p14="http://schemas.microsoft.com/office/powerpoint/2010/main" val="6089660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2">
            <a:extLst xmlns:a="http://schemas.openxmlformats.org/drawingml/2006/main">
              <a:ext uri="{FF2B5EF4-FFF2-40B4-BE49-F238E27FC236}">
                <a16:creationId xmlns:a16="http://schemas.microsoft.com/office/drawing/2014/main" id="{024C44E9-EB4D-4E62-A2F5-D6DDCD01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Quarterly forecast</a:t>
            </a:r>
          </a:p>
        </p:txBody>
      </p:sp>
      <p:sp>
        <p:nvSpPr>
          <p:cNvPr id="2" name="Page 2">
            <a:extLst xmlns:a="http://schemas.openxmlformats.org/drawingml/2006/main">
              <a:ext uri="{FF2B5EF4-FFF2-40B4-BE49-F238E27FC236}">
                <a16:creationId xmlns:a16="http://schemas.microsoft.com/office/drawing/2014/main" id="{D4D6A472-63DA-485A-BC28-D699200A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graphicFrame>
        <p:nvGraphicFramePr>
          <p:cNvPr id="8" name="Scenario forecast"/>
          <p:cNvGraphicFramePr/>
          <p:nvPr/>
        </p:nvGraphicFramePr>
        <p:xfrm>
          <a:off xmlns:a="http://schemas.openxmlformats.org/drawingml/2006/main" x="476250" y="1428750"/>
          <a:ext xmlns:a="http://schemas.openxmlformats.org/drawingml/2006/main" cx="5810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290e11cc35443d"/>
          </a:graphicData>
        </a:graphic>
      </p:graphicFrame>
      <p:pic>
        <p:nvPicPr>
          <p:cNvPr id="9" name="Clone Shared Medi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b48d07ca44500"/>
          <a:srcRect xmlns:a="http://schemas.openxmlformats.org/drawingml/2006/main" l="0" t="12121" r="0" b="121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571625"/>
            <a:ext cx="3143250" cy="2381250"/>
          </a:xfrm>
          <a:prstGeom xmlns:a="http://schemas.openxmlformats.org/drawingml/2006/main" prst="ellipse">
            <a:avLst/>
          </a:prstGeom>
        </p:spPr>
      </p:pic>
      <p:sp>
        <p:nvSpPr>
          <p:cNvPr id="5" name="Clone Hyperlink">
            <a:extLst xmlns:a="http://schemas.openxmlformats.org/drawingml/2006/main">
              <a:ext uri="{FF2B5EF4-FFF2-40B4-BE49-F238E27FC236}">
                <a16:creationId xmlns:a16="http://schemas.microsoft.com/office/drawing/2014/main" id="{0757F760-29A5-4D43-8D07-5F35BFCF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u="sng">
                <a:solidFill>
                  <a:schemeClr val="tx1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df736ddbf021428f"/>
              </a:rPr>
              <a:t>Customer evidence</a:t>
            </a:r>
          </a:p>
        </p:txBody>
      </p:sp>
    </p:spTree>
    <p:extLst>
      <p:ext uri="{BB962C8B-B14F-4D97-AF65-F5344CB8AC3E}">
        <p14:creationId xmlns:p14="http://schemas.microsoft.com/office/powerpoint/2010/main" val="4469990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3">
            <a:extLst xmlns:a="http://schemas.openxmlformats.org/drawingml/2006/main">
              <a:ext uri="{FF2B5EF4-FFF2-40B4-BE49-F238E27FC236}">
                <a16:creationId xmlns:a16="http://schemas.microsoft.com/office/drawing/2014/main" id="{5301BAA9-F879-4C0C-AF4B-2AA556DB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Rebind must reconcile mismatched placeholders</a:t>
            </a:r>
          </a:p>
        </p:txBody>
      </p:sp>
      <p:sp>
        <p:nvSpPr>
          <p:cNvPr id="2" name="Page 3">
            <a:extLst xmlns:a="http://schemas.openxmlformats.org/drawingml/2006/main">
              <a:ext uri="{FF2B5EF4-FFF2-40B4-BE49-F238E27FC236}">
                <a16:creationId xmlns:a16="http://schemas.microsoft.com/office/drawing/2014/main" id="{E02D65DC-F389-48B7-9857-8DC4E272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Rebind Orphan">
            <a:extLst xmlns:a="http://schemas.openxmlformats.org/drawingml/2006/main">
              <a:ext uri="{FF2B5EF4-FFF2-40B4-BE49-F238E27FC236}">
                <a16:creationId xmlns:a16="http://schemas.microsoft.com/office/drawing/2014/main" id="{C8FBA966-ACDD-43BD-82E1-A8AAC32C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ORPHAN ACME SUBTITLE</a:t>
            </a:r>
          </a:p>
        </p:txBody>
      </p:sp>
      <p:sp>
        <p:nvSpPr>
          <p:cNvPr id="4" name="Rebind Styled Body">
            <a:extLst xmlns:a="http://schemas.openxmlformats.org/drawingml/2006/main">
              <a:ext uri="{FF2B5EF4-FFF2-40B4-BE49-F238E27FC236}">
                <a16:creationId xmlns:a16="http://schemas.microsoft.com/office/drawing/2014/main" id="{32D29FB5-1078-410E-B8E7-4FAD226B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286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Preserve effective geometry and color transforms.</a:t>
            </a:r>
          </a:p>
        </p:txBody>
      </p:sp>
    </p:spTree>
    <p:extLst>
      <p:ext uri="{BB962C8B-B14F-4D97-AF65-F5344CB8AC3E}">
        <p14:creationId xmlns:p14="http://schemas.microsoft.com/office/powerpoint/2010/main" val="461113674"/>
      </p:ext>
    </p:extLst>
  </p:cSld>
</p:sld>
</file>

<file path=ppt/slides/slide4.xml><?xml version="1.0" encoding="utf-8"?>
<p:sld xmlns:p="http://schemas.openxmlformats.org/presentationml/2006/main" show="0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4">
            <a:extLst xmlns:a="http://schemas.openxmlformats.org/drawingml/2006/main">
              <a:ext uri="{FF2B5EF4-FFF2-40B4-BE49-F238E27FC236}">
                <a16:creationId xmlns:a16="http://schemas.microsoft.com/office/drawing/2014/main" id="{78F81BB9-B8C8-40A8-9FD7-37EB04D1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Hidden risk slide</a:t>
            </a:r>
          </a:p>
        </p:txBody>
      </p:sp>
      <p:sp>
        <p:nvSpPr>
          <p:cNvPr id="2" name="Page 4">
            <a:extLst xmlns:a="http://schemas.openxmlformats.org/drawingml/2006/main">
              <a:ext uri="{FF2B5EF4-FFF2-40B4-BE49-F238E27FC236}">
                <a16:creationId xmlns:a16="http://schemas.microsoft.com/office/drawing/2014/main" id="{C65CADB7-996C-48DA-A31C-A26E6459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Hidden Privacy">
            <a:extLst xmlns:a="http://schemas.openxmlformats.org/drawingml/2006/main">
              <a:ext uri="{FF2B5EF4-FFF2-40B4-BE49-F238E27FC236}">
                <a16:creationId xmlns:a16="http://schemas.microsoft.com/office/drawing/2014/main" id="{BCE920F1-2F4A-41DF-B7C2-8A9E2FE9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This slide is hidden and should be removable without dangling section/show IDs.</a:t>
            </a:r>
          </a:p>
        </p:txBody>
      </p:sp>
    </p:spTree>
    <p:extLst>
      <p:ext uri="{BB962C8B-B14F-4D97-AF65-F5344CB8AC3E}">
        <p14:creationId xmlns:p14="http://schemas.microsoft.com/office/powerpoint/2010/main" val="6853932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5">
            <a:extLst xmlns:a="http://schemas.openxmlformats.org/drawingml/2006/main">
              <a:ext uri="{FF2B5EF4-FFF2-40B4-BE49-F238E27FC236}">
                <a16:creationId xmlns:a16="http://schemas.microsoft.com/office/drawing/2014/main" id="{E6E45CE4-3796-4BE1-91D3-132BAD33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Scrub targets remain outside visible content</a:t>
            </a:r>
          </a:p>
        </p:txBody>
      </p:sp>
      <p:sp>
        <p:nvSpPr>
          <p:cNvPr id="2" name="Page 5">
            <a:extLst xmlns:a="http://schemas.openxmlformats.org/drawingml/2006/main">
              <a:ext uri="{FF2B5EF4-FFF2-40B4-BE49-F238E27FC236}">
                <a16:creationId xmlns:a16="http://schemas.microsoft.com/office/drawing/2014/main" id="{188D52F2-6145-47AD-95D0-98F6FDAA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" name="Scrub Visible Control">
            <a:extLst xmlns:a="http://schemas.openxmlformats.org/drawingml/2006/main">
              <a:ext uri="{FF2B5EF4-FFF2-40B4-BE49-F238E27FC236}">
                <a16:creationId xmlns:a16="http://schemas.microsoft.com/office/drawing/2014/main" id="{F5E9334A-2293-41E1-BE42-583F5227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Visible control text must survive every scrub toggle.</a:t>
            </a:r>
          </a:p>
        </p:txBody>
      </p:sp>
      <p:sp>
        <p:nvSpPr>
          <p:cNvPr id="4" name="Comment Anchor">
            <a:extLst xmlns:a="http://schemas.openxmlformats.org/drawingml/2006/main">
              <a:ext uri="{FF2B5EF4-FFF2-40B4-BE49-F238E27FC236}">
                <a16:creationId xmlns:a16="http://schemas.microsoft.com/office/drawing/2014/main" id="{63B11E60-C626-4418-9528-472EEB07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Commented review sentence</a:t>
            </a:r>
          </a:p>
        </p:txBody>
      </p:sp>
      <p:pic>
        <p:nvPicPr>
          <p:cNvPr id="10" name="Referenced Scrub Medi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3c39ddaaef4a38"/>
          <a:stretch xmlns:a="http://schemas.openxmlformats.org/drawingml/2006/main"/>
        </p:blipFill>
        <p:spPr>
          <a:xfrm xmlns:a="http://schemas.openxmlformats.org/drawingml/2006/main">
            <a:off x="8123846" y="1714500"/>
            <a:ext cx="1468808" cy="2095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9032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6">
            <a:extLst xmlns:a="http://schemas.openxmlformats.org/drawingml/2006/main">
              <a:ext uri="{FF2B5EF4-FFF2-40B4-BE49-F238E27FC236}">
                <a16:creationId xmlns:a16="http://schemas.microsoft.com/office/drawing/2014/main" id="{250A6A42-4D1D-46D4-BD5A-544D988C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Sections and custom shows point outside the rel graph</a:t>
            </a:r>
          </a:p>
        </p:txBody>
      </p:sp>
      <p:sp>
        <p:nvSpPr>
          <p:cNvPr id="2" name="Page 6">
            <a:extLst xmlns:a="http://schemas.openxmlformats.org/drawingml/2006/main">
              <a:ext uri="{FF2B5EF4-FFF2-40B4-BE49-F238E27FC236}">
                <a16:creationId xmlns:a16="http://schemas.microsoft.com/office/drawing/2014/main" id="{E83C9CAE-B235-491A-A548-680C15F4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" name="Section Member">
            <a:extLst xmlns:a="http://schemas.openxmlformats.org/drawingml/2006/main">
              <a:ext uri="{FF2B5EF4-FFF2-40B4-BE49-F238E27FC236}">
                <a16:creationId xmlns:a16="http://schemas.microsoft.com/office/drawing/2014/main" id="{6F2E811E-CB9D-414A-BB06-BFECC8ED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809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This slide belongs to Close and custom show Focus.</a:t>
            </a:r>
          </a:p>
        </p:txBody>
      </p:sp>
    </p:spTree>
    <p:extLst>
      <p:ext uri="{BB962C8B-B14F-4D97-AF65-F5344CB8AC3E}">
        <p14:creationId xmlns:p14="http://schemas.microsoft.com/office/powerpoint/2010/main" val="1345603751"/>
      </p:ext>
    </p:extLst>
  </p:cSld>
</p:sld>
</file>

<file path=ppt/theme/theme1.xml><?xml version="1.0" encoding="utf-8"?>
<a:theme xmlns:a="http://schemas.openxmlformats.org/drawingml/2006/main" name="ChatGPT">
  <a:themeElements>
    <a:clrScheme name="Structure Orange">
      <a:dk1>
        <a:srgbClr val="000000"/>
      </a:dk1>
      <a:lt1>
        <a:srgbClr val="FFFFFF"/>
      </a:lt1>
      <a:dk2>
        <a:srgbClr val="431407"/>
      </a:dk2>
      <a:lt2>
        <a:srgbClr val="FFEDD5"/>
      </a:lt2>
      <a:accent1>
        <a:srgbClr val="EA580C"/>
      </a:accent1>
      <a:accent2>
        <a:srgbClr val="FDBA74"/>
      </a:accent2>
      <a:accent3>
        <a:srgbClr val="2563EB"/>
      </a:accent3>
      <a:accent4>
        <a:srgbClr val="DC2626"/>
      </a:accent4>
      <a:accent5>
        <a:srgbClr val="7C3AED"/>
      </a:accent5>
      <a:accent6>
        <a:srgbClr val="16A34A"/>
      </a:accent6>
      <a:hlink>
        <a:srgbClr val="C2410C"/>
      </a:hlink>
      <a:folHlink>
        <a:srgbClr val="7E22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ructure Orang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Paper Fixture Author</dc:creator>
  <lastModifiedBy>Paper Fixture Editor</lastModifiedBy>
  <dc:title>Presentation</dc:title>
  <dcterms:created xsi:type="dcterms:W3CDTF">2026-07-13T09:28:59.1560000Z</dcterms:created>
  <dcterms:modified xsi:type="dcterms:W3CDTF">2026-07-13T09:28:59.1560000Z</dcterms:modified>
  <dc:description>Sensitive deck-level fixture comment</dc:description>
</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ixtureClass">
    <vt:lpwstr>scrub-gauntlet</vt:lpwstr>
  </property>
</Properties>
</file>