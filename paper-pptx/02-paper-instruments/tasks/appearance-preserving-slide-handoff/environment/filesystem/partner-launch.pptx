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400">
                <a:solidFill>
                  <a:srgbClr val="243746"/>
                </a:solidFill>
                <a:latin typeface="Arial"/>
              </a:rPr>
              <a:t>Confirm the training date with regional leads before sharing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artner brief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789920" cy="731520"/>
          </a:xfrm>
        </p:spPr>
        <p:txBody>
          <a:bodyPr/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554480"/>
            <a:ext cx="10241280" cy="2011680"/>
          </a:xfrm>
        </p:spPr>
        <p:txBody>
          <a:bodyPr/>
          <a:lstStyle>
            <a:lvl1pPr>
              <a:defRPr sz="24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unch title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t>Partner launch readiness</a:t>
            </a:r>
          </a:p>
        </p:txBody>
      </p:sp>
      <p:sp>
        <p:nvSpPr>
          <p:cNvPr id="3" name="Launch actions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Complete regional training before launch.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/>
              <a:t>Confirm support coverage with the partner team.</a:t>
            </a:r>
          </a:p>
        </p:txBody>
      </p:sp>
      <p:pic>
        <p:nvPicPr>
          <p:cNvPr id="4" name="Partner wordm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4572000"/>
            <a:ext cx="3200400" cy="933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26B5E"/>
      </a:accent1>
      <a:accent2>
        <a:srgbClr val="623D72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Northstar Planning</dc:creator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