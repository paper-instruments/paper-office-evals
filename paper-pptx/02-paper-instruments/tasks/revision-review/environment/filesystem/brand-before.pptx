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Action items</a:t>
            </a:r>
          </a:p>
        </p:txBody>
      </p:sp>
      <p:sp>
        <p:nvSpPr>
          <p:cNvPr id="3" name="Owner actions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  <a:buFont typeface="Aptos"/>
              <a:buChar char="•"/>
            </a:pPr>
            <a:r>
              <a:rPr sz="2200">
                <a:latin typeface="Aptos"/>
              </a:rPr>
              <a:t>Confirm account owners.</a:t>
            </a:r>
          </a:p>
        </p:txBody>
      </p:sp>
      <p:sp>
        <p:nvSpPr>
          <p:cNvPr id="4" name="Finance actions"/>
          <p:cNvSpPr txBox="1"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  <a:buFont typeface="Aptos"/>
              <a:buChar char="•"/>
            </a:pPr>
            <a:r>
              <a:rPr sz="2200">
                <a:latin typeface="Aptos"/>
              </a:rPr>
              <a:t>Publish the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