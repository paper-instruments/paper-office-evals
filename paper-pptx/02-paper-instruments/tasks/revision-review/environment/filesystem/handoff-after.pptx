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Account coverage</a:t>
            </a:r>
          </a:p>
        </p:txBody>
      </p:sp>
      <p:sp>
        <p:nvSpPr>
          <p:cNvPr id="4" name="Summary"/>
          <p:cNvSpPr txBox="1"/>
          <p:nvPr/>
        </p:nvSpPr>
        <p:spPr>
          <a:xfrm>
            <a:off x="64008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Coverage is confirmed.</a:t>
            </a:r>
          </a:p>
        </p:txBody>
      </p:sp>
      <p:sp>
        <p:nvSpPr>
          <p:cNvPr id="3" name="Coverage cop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Coverage </a:t>
            </a:r>
            <a:r>
              <a:rPr sz="2200">
                <a:latin typeface="Aptos"/>
              </a:rPr>
              <a:t>is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