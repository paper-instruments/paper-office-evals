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8B99692C-89D4-5C3A-B95E-7723CF8F347D}">
      <p14:discardImageEditData xmlns:p14="http://schemas.microsoft.com/office/powerpoint/2010/main" val="0"/>
    </p:ext>
    <p:ext uri="{781CD978-2937-50C5-8EEC-B072A3AF8E79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CAD021A5-D786-57E2-AA56-368C7BF526D6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2C9C-1C64-5BCA-8139-327210BB54F0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3DFA-9DB7-52E7-A907-06B62DB9E5E9}" type="slidenum">
              <a:rPr lang="en-US" smtClean="0"/>
              <a:t>‹#›</a:t>
            </a:fld>
            <a:endParaRPr lang="en-US"/>
          </a:p>
        </p:txBody>
      </p:sp>
    </p:spTree>
    <p:extLst>
      <p:ext uri="{D04D91E3-703F-5456-83E8-B40DBE92E61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FA0F-BAA0-557A-AF7A-62D71B4DE36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3FE92-3C8A-50CE-BC1B-EC41B1038D15}" type="slidenum">
              <a:rPr lang="en-US" smtClean="0"/>
              <a:t>‹#›</a:t>
            </a:fld>
            <a:endParaRPr lang="en-US"/>
          </a:p>
        </p:txBody>
      </p:sp>
    </p:spTree>
    <p:extLst>
      <p:ext uri="{95A83736-83B2-5B68-B289-1BA2A5B594A6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42E0B-740C-54DE-B78C-C165FE5872F1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F833D-1863-50CE-BE87-221E86A5B69A}" type="slidenum">
              <a:rPr lang="en-US" smtClean="0"/>
              <a:t>‹#›</a:t>
            </a:fld>
            <a:endParaRPr lang="en-US"/>
          </a:p>
        </p:txBody>
      </p:sp>
    </p:spTree>
    <p:extLst>
      <p:ext uri="{2BB1C471-ABEA-540C-AC53-0587233587D4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328FB-FD89-5F36-BF19-8FA6C1187C5D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AFB78-3F56-5B3A-ACBD-9FC99E2AF326}" type="slidenum">
              <a:rPr lang="en-US" smtClean="0"/>
              <a:t>‹#›</a:t>
            </a:fld>
            <a:endParaRPr lang="en-US"/>
          </a:p>
        </p:txBody>
      </p:sp>
    </p:spTree>
    <p:extLst>
      <p:ext uri="{96F15FC1-6842-5C42-8329-ECEFC486227F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9B770-FE25-5DCB-A6E2-221F86F3D6A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5376-08EF-599E-A926-9810300F8044}" type="slidenum">
              <a:rPr lang="en-US" smtClean="0"/>
              <a:t>‹#›</a:t>
            </a:fld>
            <a:endParaRPr lang="en-US"/>
          </a:p>
        </p:txBody>
      </p:sp>
    </p:spTree>
    <p:extLst>
      <p:ext uri="{32F6F75D-BB2B-55C3-A41C-391D8A8EA4F2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7744E-9012-50D2-A66B-D466072D4D4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B14E-0BD3-51F5-970A-9CCE615C6F1D}" type="slidenum">
              <a:rPr lang="en-US" smtClean="0"/>
              <a:t>‹#›</a:t>
            </a:fld>
            <a:endParaRPr lang="en-US"/>
          </a:p>
        </p:txBody>
      </p:sp>
    </p:spTree>
    <p:extLst>
      <p:ext uri="{D5A8A83D-D185-5C20-AA22-29E717924577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2509-31D1-5A5C-82DD-924827B23FFF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8CD0-6148-569F-87B1-2035EB561301}" type="slidenum">
              <a:rPr lang="en-US" smtClean="0"/>
              <a:t>‹#›</a:t>
            </a:fld>
            <a:endParaRPr lang="en-US"/>
          </a:p>
        </p:txBody>
      </p:sp>
    </p:spTree>
    <p:extLst>
      <p:ext uri="{D4FB0B1B-8728-5999-8C19-6DEFE016D90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E273-AF64-5B3E-82A3-340997173208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4AB68-41B5-5A1F-93C7-5942FEF9E661}" type="slidenum">
              <a:rPr lang="en-US" smtClean="0"/>
              <a:t>‹#›</a:t>
            </a:fld>
            <a:endParaRPr lang="en-US"/>
          </a:p>
        </p:txBody>
      </p:sp>
    </p:spTree>
    <p:extLst>
      <p:ext uri="{AF3F9F29-2F12-59F0-9837-E1FA42A417D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23C3-B3B8-5179-A7CA-C0F6337712F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956D8-E9BE-5FCF-9B22-4F7ABB7BCB1F}" type="slidenum">
              <a:rPr lang="en-US" smtClean="0"/>
              <a:t>‹#›</a:t>
            </a:fld>
            <a:endParaRPr lang="en-US"/>
          </a:p>
        </p:txBody>
      </p:sp>
    </p:spTree>
    <p:extLst>
      <p:ext uri="{6050702F-F320-50EA-ABC0-2F963176EB40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73EB-891F-57CE-A1EA-532A7FEAED4C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A3A43-41FB-5CB9-B649-2B2DBA001197}" type="slidenum">
              <a:rPr lang="en-US" smtClean="0"/>
              <a:t>‹#›</a:t>
            </a:fld>
            <a:endParaRPr lang="en-US"/>
          </a:p>
        </p:txBody>
      </p:sp>
    </p:spTree>
    <p:extLst>
      <p:ext uri="{12BB65DA-B414-5B0D-9412-E6C118CE43C2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8F58-48E6-5622-8E89-88F1874BFF66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8CE40-CABF-5883-BDFD-38EFD46B01CA}" type="slidenum">
              <a:rPr lang="en-US" smtClean="0"/>
              <a:t>‹#›</a:t>
            </a:fld>
            <a:endParaRPr lang="en-US"/>
          </a:p>
        </p:txBody>
      </p:sp>
    </p:spTree>
    <p:extLst>
      <p:ext uri="{B755FE5F-0298-5198-A870-21F42542CF2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2F674-09CD-5EE1-AFDF-C8CD7917705E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833BB-DA38-56A2-BA9C-0D24ACA7E7D9}" type="slidenum">
              <a:rPr lang="en-US" smtClean="0"/>
              <a:t>‹#›</a:t>
            </a:fld>
            <a:endParaRPr lang="en-US"/>
          </a:p>
        </p:txBody>
      </p:sp>
    </p:spTree>
    <p:extLst>
      <p:ext uri="{0CA54B36-566C-5E32-AD5B-2A66AE2354DD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64008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latin typeface="Aptos"/>
              </a:rPr>
              <a:t>Account coverage</a:t>
            </a:r>
          </a:p>
        </p:txBody>
      </p:sp>
      <p:sp>
        <p:nvSpPr>
          <p:cNvPr id="3" name="Summary"/>
          <p:cNvSpPr txBox="1"/>
          <p:nvPr/>
        </p:nvSpPr>
        <p:spPr>
          <a:xfrm>
            <a:off x="64008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latin typeface="Aptos"/>
              </a:rPr>
              <a:t>Coverage is confirmed.</a:t>
            </a:r>
          </a:p>
        </p:txBody>
      </p:sp>
      <p:sp>
        <p:nvSpPr>
          <p:cNvPr id="4" name="Summary"/>
          <p:cNvSpPr txBox="1"/>
          <p:nvPr/>
        </p:nvSpPr>
        <p:spPr>
          <a:xfrm>
            <a:off x="640080" y="2743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latin typeface="Aptos"/>
              </a:rPr>
              <a:t>Coverage is confirmed.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