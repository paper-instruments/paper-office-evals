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custShowLst>
    <p:custShow name="Leadership briefing" id="0">
      <p:sldLst>
        <p:sld r:id="rId8"/>
        <p:sld r:id="rId9"/>
        <p:sld r:id="rId11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ns0:sectionLst xmlns:ns0="http://schemas.microsoft.com/office/powerpoint/2010/main">
        <ns0:section name="Opening" id="{00000001-1111-4111-8111-000000000001}">
          <ns0:sldIdLst>
            <ns0:sldId id="256"/>
          </ns0:sldIdLst>
        </ns0:section>
        <ns0:section name="Review" id="{00000002-1111-4111-8111-000000000002}">
          <ns0:sldIdLst>
            <ns0:sldId id="257"/>
            <ns0:sldId id="258"/>
          </ns0:sldIdLst>
        </ns0:section>
        <ns0:section name="Close" id="{00000003-1111-4111-8111-000000000003}">
          <ns0:sldIdLst>
            <ns0:sldId id="259"/>
            <ns0:sldId id="260"/>
          </ns0:sldIdLst>
        </ns0:section>
      </ns0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Pipeline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24</c:v>
                </c:pt>
                <c:pt idx="3">
                  <c:v>31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400"/>
              <a:t>Presenter briefing for Regional outlook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400"/>
              <a:t>Presenter briefing for Superseded risk assessment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400"/>
              <a:t>Presenter briefing for Financial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400"/>
              <a:t>Presenter briefing for Decisions and next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43746"/>
                </a:solidFill>
                <a:latin typeface="Arial"/>
              </a:rPr>
              <a:t>Northstar leadership review</a:t>
            </a:r>
          </a:p>
        </p:txBody>
      </p:sp>
      <p:sp>
        <p:nvSpPr>
          <p:cNvPr id="3" name="Review summary"/>
          <p:cNvSpPr txBox="1"/>
          <p:nvPr/>
        </p:nvSpPr>
        <p:spPr>
          <a:xfrm>
            <a:off x="640080" y="146304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243746"/>
                </a:solidFill>
                <a:latin typeface="Arial"/>
              </a:rPr>
              <a:t>September operating update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43746"/>
                </a:solidFill>
                <a:latin typeface="Arial"/>
              </a:rPr>
              <a:t>Regional outlook</a:t>
            </a:r>
          </a:p>
        </p:txBody>
      </p:sp>
      <p:sp>
        <p:nvSpPr>
          <p:cNvPr id="3" name="Review summary"/>
          <p:cNvSpPr txBox="1"/>
          <p:nvPr/>
        </p:nvSpPr>
        <p:spPr>
          <a:xfrm>
            <a:off x="640080" y="146304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243746"/>
                </a:solidFill>
                <a:latin typeface="Arial"/>
              </a:rPr>
              <a:t>Pipeline remains on plan.</a:t>
            </a:r>
          </a:p>
        </p:txBody>
      </p:sp>
      <p:graphicFrame>
        <p:nvGraphicFramePr>
          <p:cNvPr id="4" name="Regional pipeline"/>
          <p:cNvGraphicFramePr>
            <a:graphicFrameLocks noGrp="1"/>
          </p:cNvGraphicFramePr>
          <p:nvPr/>
        </p:nvGraphicFramePr>
        <p:xfrm>
          <a:off x="640080" y="3474720"/>
          <a:ext cx="64008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43746"/>
                </a:solidFill>
                <a:latin typeface="Arial"/>
              </a:rPr>
              <a:t>Superseded risk assessment</a:t>
            </a:r>
          </a:p>
        </p:txBody>
      </p:sp>
      <p:sp>
        <p:nvSpPr>
          <p:cNvPr id="3" name="Review summary"/>
          <p:cNvSpPr txBox="1"/>
          <p:nvPr/>
        </p:nvSpPr>
        <p:spPr>
          <a:xfrm>
            <a:off x="640080" y="146304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243746"/>
                </a:solidFill>
                <a:latin typeface="Arial"/>
              </a:rPr>
              <a:t>The previous risk assessment is archived.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43746"/>
                </a:solidFill>
                <a:latin typeface="Arial"/>
              </a:rPr>
              <a:t>Financial summary</a:t>
            </a:r>
          </a:p>
        </p:txBody>
      </p:sp>
      <p:sp>
        <p:nvSpPr>
          <p:cNvPr id="3" name="Review summary"/>
          <p:cNvSpPr txBox="1"/>
          <p:nvPr/>
        </p:nvSpPr>
        <p:spPr>
          <a:xfrm>
            <a:off x="640080" y="146304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243746"/>
                </a:solidFill>
                <a:latin typeface="Arial"/>
              </a:rPr>
              <a:t>Revenue and margin remain within the approved range.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43746"/>
                </a:solidFill>
                <a:latin typeface="Arial"/>
              </a:rPr>
              <a:t>Decisions and next steps</a:t>
            </a:r>
          </a:p>
        </p:txBody>
      </p:sp>
      <p:sp>
        <p:nvSpPr>
          <p:cNvPr id="3" name="Review summary"/>
          <p:cNvSpPr txBox="1"/>
          <p:nvPr/>
        </p:nvSpPr>
        <p:spPr>
          <a:xfrm>
            <a:off x="640080" y="146304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243746"/>
                </a:solidFill>
                <a:latin typeface="Arial"/>
              </a:rPr>
              <a:t>Confirm owners at the leadership meeting.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Northstar Planning</dc:creator>
  <cp:keywords/>
  <dc:description>generated using python-pptx</dc:description>
  <cp:lastModifiedBy>Steve Canny</cp:lastModifiedBy>
  <cp:revision>1</cp:revision>
  <dcterms:created xsi:type="dcterms:W3CDTF">2020-01-01T00:00:00Z</dcterms:created>
  <dcterms:modified xsi:type="dcterms:W3CDTF">2020-01-01T00:00:00Z</dcterms:modified>
  <cp:category/>
</cp:coreProperties>
</file>