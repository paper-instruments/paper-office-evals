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Keep the base forecast unchanged during partner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>
                <a:solidFill>
                  <a:srgbClr val="243746"/>
                </a:solidFill>
                <a:latin typeface="Arial"/>
              </a:rPr>
              <a:t>Confirm the training date with regional leads before sharing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Northstar leadership review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October operating agenda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Financial outlook</a:t>
            </a:r>
          </a:p>
        </p:txBody>
      </p:sp>
      <p:sp>
        <p:nvSpPr>
          <p:cNvPr id="3" name="Review summary"/>
          <p:cNvSpPr txBox="1"/>
          <p:nvPr/>
        </p:nvSpPr>
        <p:spPr>
          <a:xfrm>
            <a:off x="640080" y="14630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243746"/>
                </a:solidFill>
                <a:latin typeface="Arial"/>
              </a:rPr>
              <a:t>Maintain the approved investment envelope.</a:t>
            </a:r>
          </a:p>
        </p:txBody>
      </p:sp>
      <p:graphicFrame>
        <p:nvGraphicFramePr>
          <p:cNvPr id="4" name="Regional pipeline"/>
          <p:cNvGraphicFramePr>
            <a:graphicFrameLocks noGrp="1"/>
          </p:cNvGraphicFramePr>
          <p:nvPr/>
        </p:nvGraphicFramePr>
        <p:xfrm>
          <a:off x="640080" y="3474720"/>
          <a:ext cx="64008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unch title"/>
          <p:cNvSpPr>
            <a:spLocks noGrp="1"/>
          </p:cNvSpPr>
          <p:nvPr/>
        </p:nvSpPr>
        <p:spPr>
          <a:xfrm>
            <a:off x="640080" y="457200"/>
            <a:ext cx="10789920" cy="731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 u="none">
                <a:solidFill>
                  <a:srgbClr val="126B5E"/>
                </a:solidFill>
                <a:latin typeface="Georgia"/>
              </a:rPr>
              <a:t>Partner launch readiness</a:t>
            </a:r>
          </a:p>
        </p:txBody>
      </p:sp>
      <p:sp>
        <p:nvSpPr>
          <p:cNvPr id="3" name="Launch actions"/>
          <p:cNvSpPr>
            <a:spLocks noGrp="1"/>
          </p:cNvSpPr>
          <p:nvPr/>
        </p:nvSpPr>
        <p:spPr>
          <a:xfrm>
            <a:off x="822960" y="1554480"/>
            <a:ext cx="10241280" cy="2011680"/>
          </a:xfrm>
        </p:spPr>
        <p:txBody>
          <a:bodyPr vert="horz" lIns="91440" tIns="45720" rIns="91440" bIns="45720" rtlCol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>
                <a:solidFill>
                  <a:srgbClr val="623D72"/>
                </a:solidFill>
                <a:latin typeface="Arial"/>
              </a:rPr>
              <a:t>Complete regional training before launch.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 i="0" u="none">
                <a:solidFill>
                  <a:srgbClr val="623D72"/>
                </a:solidFill>
                <a:latin typeface="Arial"/>
              </a:rPr>
              <a:t>Confirm support coverage with the partner team.</a:t>
            </a:r>
          </a:p>
        </p:txBody>
      </p:sp>
      <p:pic>
        <p:nvPicPr>
          <p:cNvPr id="4" name="Partner wordmark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79" y="4572000"/>
            <a:ext cx="3200400" cy="93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