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4e141eade4043c9" Type="http://schemas.openxmlformats.org/officeDocument/2006/relationships/officeDocument" Target="ppt/presentation.xml"/><Relationship Id="Re0bff51462e04f3d" Type="http://schemas.openxmlformats.org/officeDocument/2006/relationships/extended-properties" Target="docProps/app.xml"/><Relationship Id="Rf3bbfbefc09d4e8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7eb893cdee4faa" Type="http://schemas.openxmlformats.org/officeDocument/2006/relationships/slide" Target="slides/slide1.xml"/><Relationship Id="R21c9c526c4b14114" Type="http://schemas.openxmlformats.org/officeDocument/2006/relationships/slide" Target="slides/slide5.xml"/><Relationship Id="R431dbbedd11f4983" Type="http://schemas.openxmlformats.org/officeDocument/2006/relationships/slide" Target="slides/slide6.xml"/><Relationship Id="R50c093e04be74fc3" Type="http://schemas.openxmlformats.org/officeDocument/2006/relationships/presProps" Target="presProps.xml"/><Relationship Id="R59d304c4c2634839" Type="http://schemas.openxmlformats.org/officeDocument/2006/relationships/slideMaster" Target="slideMasters/slideMaster2.xml"/><Relationship Id="R97c71dbaeee64717" Type="http://schemas.openxmlformats.org/officeDocument/2006/relationships/slideMaster" Target="slideMasters/slideMaster1.xml"/><Relationship Id="Ra953f1fe80074809" Type="http://schemas.openxmlformats.org/officeDocument/2006/relationships/slide" Target="slides/slide4.xml"/><Relationship Id="Rada68ca5c13140fe" Type="http://schemas.openxmlformats.org/officeDocument/2006/relationships/theme" Target="theme/theme1.xml"/><Relationship Id="Rafdba0fe811c469f" Type="http://schemas.openxmlformats.org/officeDocument/2006/relationships/slide" Target="slides/slide3.xml"/><Relationship Id="Rda1c00016580475b" Type="http://schemas.openxmlformats.org/officeDocument/2006/relationships/tableStyles" Target="tableStyles.xml"/><Relationship Id="Red90f3891e9a4b0c" Type="http://schemas.openxmlformats.org/officeDocument/2006/relationships/slide" Target="slides/slide2.xml"/><Relationship Id="Rfc88da54f386459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42df1a5886944387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42061ed69e446ab" Type="http://schemas.openxmlformats.org/officeDocument/2006/relationships/notesMaster" Target="../notesMasters/notesMaster1.xml"/><Relationship Id="Rd2e37af0f2714b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ecd8f6869cb43dd" Type="http://schemas.openxmlformats.org/officeDocument/2006/relationships/slide" Target="../slides/slide2.xml"/><Relationship Id="Rd08b49d7557846d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83b460fdab841d8" Type="http://schemas.openxmlformats.org/officeDocument/2006/relationships/slide" Target="../slides/slide3.xml"/><Relationship Id="R938ea234df2f4a7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8ae3fa2d0b84c33" Type="http://schemas.openxmlformats.org/officeDocument/2006/relationships/notesMaster" Target="../notesMasters/notesMaster1.xml"/><Relationship Id="Rc5c062e144c046e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d9d49930ba74879" Type="http://schemas.openxmlformats.org/officeDocument/2006/relationships/slide" Target="../slides/slide5.xml"/><Relationship Id="R807b40dbc998447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9d9c9bf3f2e4be5" Type="http://schemas.openxmlformats.org/officeDocument/2006/relationships/notesMaster" Target="../notesMasters/notesMaster1.xml"/><Relationship Id="Reb85870061474067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ccc1143faf14c7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cb7f219fcbc4042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3b5b917d24ba4a26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28d41a53ae9f4b3d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953aaa4ab65c42af" Type="http://schemas.openxmlformats.org/officeDocument/2006/relationships/theme" Target="theme/theme2.xml"/><Relationship Id="Rb9a4fb377965413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036ccd0c2f9b41a3" Type="http://schemas.openxmlformats.org/officeDocument/2006/relationships/theme" Target="theme/theme3.xml"/><Relationship Id="R4ff39bbbbcfb48e0" Type="http://schemas.openxmlformats.org/officeDocument/2006/relationships/slideLayout" Target="../slideLayouts/slideLayout3.xml"/><Relationship Id="R679893bbc2e44b32" Type="http://schemas.openxmlformats.org/officeDocument/2006/relationships/slideLayout" Target="../slideLayouts/slideLayout4.xml"/><Relationship Id="R95a9856e821e406d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51de9dd04a049ce" Type="http://schemas.openxmlformats.org/officeDocument/2006/relationships/slideLayout" Target="../slideLayouts/slideLayout2.xml"/><Relationship Id="Rd231d600f20c4c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2abafe6968c41ec" Type="http://schemas.openxmlformats.org/officeDocument/2006/relationships/image" Target="../media/image.png"/><Relationship Id="R0603f134fbe14abd" Type="http://schemas.openxmlformats.org/officeDocument/2006/relationships/slideLayout" Target="../slideLayouts/slideLayout3.xml"/><Relationship Id="R21824713e9ba4ca6" Type="http://schemas.openxmlformats.org/officeDocument/2006/relationships/notesSlide" Target="../notesSlides/notesSlide2.xml"/><Relationship Id="R8e550292277947a8" Type="http://schemas.openxmlformats.org/officeDocument/2006/relationships/image" Target="../media/image.png"/></Relationships>
</file>

<file path=ppt/slides/_rels/slide3.xml.rels><?xml version='1.0' encoding='UTF-8' standalone='yes'?>
<Relationships xmlns="http://schemas.openxmlformats.org/package/2006/relationships"><Relationship Id="R552a8f289b474081" Type="http://schemas.openxmlformats.org/officeDocument/2006/relationships/slideLayout" Target="../slideLayouts/slideLayout3.xml"/><Relationship Id="Rf1b9b159ed4a427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b2d6dac592c4340" Type="http://schemas.openxmlformats.org/officeDocument/2006/relationships/chart" Target="charts/chart2.xml"/><Relationship Id="R67efd32420d84318" Type="http://schemas.openxmlformats.org/officeDocument/2006/relationships/notesSlide" Target="../notesSlides/notesSlide4.xml"/><Relationship Id="R7253b8ff685e4e58" Type="http://schemas.openxmlformats.org/officeDocument/2006/relationships/slideLayout" Target="../slideLayouts/slideLayout3.xml"/><Relationship Id="Rc32dd9789dea47a9" Type="http://schemas.openxmlformats.org/officeDocument/2006/relationships/chart" Target="charts/chart3.xml"/><Relationship Id="Rf8010a1d60e5416c" Type="http://schemas.openxmlformats.org/officeDocument/2006/relationships/chart" Target="charts/chart1.xml"/></Relationships>
</file>

<file path=ppt/slides/_rels/slide5.xml.rels><?xml version='1.0' encoding='UTF-8' standalone='yes'?>
<Relationships xmlns="http://schemas.openxmlformats.org/package/2006/relationships"><Relationship Id="R42e9d1b3c4cd439e" Type="http://schemas.openxmlformats.org/officeDocument/2006/relationships/chart" Target="charts/chart5.xml"/><Relationship Id="R52ab67263adf4bcd" Type="http://schemas.openxmlformats.org/officeDocument/2006/relationships/chart" Target="charts/chart6.xml"/><Relationship Id="Rb1a00913ba65462b" Type="http://schemas.openxmlformats.org/officeDocument/2006/relationships/chart" Target="charts/chart4.xml"/><Relationship Id="Rc21efd4c62f3419e" Type="http://schemas.openxmlformats.org/officeDocument/2006/relationships/slideLayout" Target="../slideLayouts/slideLayout3.xml"/><Relationship Id="Rce5a8870b9a440f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0fe26f258f04d1b" Type="http://schemas.openxmlformats.org/officeDocument/2006/relationships/chart" Target="charts/chart7.xml"/><Relationship Id="R36fa808e578b4d21" Type="http://schemas.openxmlformats.org/officeDocument/2006/relationships/slideLayout" Target="../slideLayouts/slideLayout3.xml"/><Relationship Id="Ra3eda65725114a72" Type="http://schemas.openxmlformats.org/officeDocument/2006/relationships/hyperlink" Target="https://example.com/evidence" TargetMode="External"/><Relationship Id="Rf8fab8a039d14267" Type="http://schemas.openxmlformats.org/officeDocument/2006/relationships/notesSlide" Target="../notesSlides/notesSlide6.xml"/><Relationship Id="rId1" Type="http://schemas.openxmlformats.org/officeDocument/2006/relationships/slide" Target="slide4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</c:spPr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</c:spPr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Objects carry hidden relationship contracts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Images, tables, charts, groups, and hyperlinks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