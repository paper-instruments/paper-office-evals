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ddba4f3fd034dee" Type="http://schemas.openxmlformats.org/officeDocument/2006/relationships/extended-properties" Target="docProps/app.xml"/><Relationship Id="Rb604c9f206ce40b9" Type="http://schemas.openxmlformats.org/officeDocument/2006/relationships/officeDocument" Target="ppt/presentation.xml"/><Relationship Id="Rbd7c8d21c75344a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017b8013f468b"/>
    <p:sldMasterId xmlns:r="http://schemas.openxmlformats.org/officeDocument/2006/relationships" id="2147483650" r:id="R5a385d698a7a44c2"/>
  </p:sldMasterIdLst>
  <p:notesMasterIdLst>
    <p:notesMasterId xmlns:r="http://schemas.openxmlformats.org/officeDocument/2006/relationships" r:id="R646baae8b8cc4028"/>
  </p:notesMasterIdLst>
  <p:sldIdLst>
    <p:sldId xmlns:r="http://schemas.openxmlformats.org/officeDocument/2006/relationships" id="256" r:id="Ra0fd491548ec403f"/>
    <p:sldId xmlns:r="http://schemas.openxmlformats.org/officeDocument/2006/relationships" id="257" r:id="R854cf63f19d34753"/>
    <p:sldId xmlns:r="http://schemas.openxmlformats.org/officeDocument/2006/relationships" id="258" r:id="R07b5c76ebe334ab9"/>
    <p:sldId xmlns:r="http://schemas.openxmlformats.org/officeDocument/2006/relationships" id="259" r:id="Rc1e121d39fc24036"/>
    <p:sldId xmlns:r="http://schemas.openxmlformats.org/officeDocument/2006/relationships" id="260" r:id="Re66ae351755c46fe"/>
    <p:sldId xmlns:r="http://schemas.openxmlformats.org/officeDocument/2006/relationships" id="261" r:id="R2b47e811da5e47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b5c76ebe334ab9" Type="http://schemas.openxmlformats.org/officeDocument/2006/relationships/slide" Target="slides/slide3.xml"/><Relationship Id="R2b47e811da5e47c4" Type="http://schemas.openxmlformats.org/officeDocument/2006/relationships/slide" Target="slides/slide6.xml"/><Relationship Id="R3c1529f4546a4de3" Type="http://schemas.openxmlformats.org/officeDocument/2006/relationships/presProps" Target="presProps.xml"/><Relationship Id="R5a385d698a7a44c2" Type="http://schemas.openxmlformats.org/officeDocument/2006/relationships/slideMaster" Target="slideMasters/slideMaster2.xml"/><Relationship Id="R646baae8b8cc4028" Type="http://schemas.openxmlformats.org/officeDocument/2006/relationships/notesMaster" Target="notesMasters/notesMaster1.xml"/><Relationship Id="R66743dabd1ff45d1" Type="http://schemas.openxmlformats.org/officeDocument/2006/relationships/theme" Target="theme/theme1.xml"/><Relationship Id="R854cf63f19d34753" Type="http://schemas.openxmlformats.org/officeDocument/2006/relationships/slide" Target="slides/slide2.xml"/><Relationship Id="R9ce865ccf0d24e5f" Type="http://schemas.openxmlformats.org/officeDocument/2006/relationships/tableStyles" Target="tableStyles.xml"/><Relationship Id="Ra0fd491548ec403f" Type="http://schemas.openxmlformats.org/officeDocument/2006/relationships/slide" Target="slides/slide1.xml"/><Relationship Id="Rc1e121d39fc24036" Type="http://schemas.openxmlformats.org/officeDocument/2006/relationships/slide" Target="slides/slide4.xml"/><Relationship Id="Rcea017b8013f468b" Type="http://schemas.openxmlformats.org/officeDocument/2006/relationships/slideMaster" Target="slideMasters/slideMaster1.xml"/><Relationship Id="Re66ae351755c46fe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014f5d80e4804aee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b7d10233e2545bb" Type="http://schemas.openxmlformats.org/officeDocument/2006/relationships/notesMaster" Target="../notesMasters/notesMaster1.xml"/><Relationship Id="Re27220c42872422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a809733b5804b75" Type="http://schemas.openxmlformats.org/officeDocument/2006/relationships/notesMaster" Target="../notesMasters/notesMaster1.xml"/><Relationship Id="Rc4dd4f9a700a49d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a458b41ce3b453d" Type="http://schemas.openxmlformats.org/officeDocument/2006/relationships/notesMaster" Target="../notesMasters/notesMaster1.xml"/><Relationship Id="Rf852d553492c4f5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0a2e8e04e814c95" Type="http://schemas.openxmlformats.org/officeDocument/2006/relationships/slide" Target="../slides/slide4.xml"/><Relationship Id="Rb4755ecb0517423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8c910a3caf84932" Type="http://schemas.openxmlformats.org/officeDocument/2006/relationships/notesMaster" Target="../notesMasters/notesMaster1.xml"/><Relationship Id="Rf7339318597a42ca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766E"/>
                </a:solidFill>
              </a:rPr>
              <a:t>Internal review: </a:t>
            </a:r>
            <a:r>
              <a:t>ACME confidential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f78bc26c46421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0feac0c8cf174bc9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5e86f0045896447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4d86c28eaa35495e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ext Gree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FBB955E-DBDE-41B2-BD87-29B7E386C0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  <p:sp>
        <p:nvSpPr>
          <p:cNvPr id="2" name="dt Fixture"/>
          <p:cNvSpPr>
            <ns1:spLocks xmlns:ns1="http://schemas.openxmlformats.org/drawingml/2006/main" noGrp="1"/>
          </p:cNvSpPr>
          <p:nvPr>
            <p:ph type="dt" idx="10" sz="quarter"/>
          </p:nvPr>
        </p:nvSpPr>
        <p:spPr>
          <ns2:xfrm xmlns:ns2="http://schemas.openxmlformats.org/drawingml/2006/main">
            <ns2:off x="45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7/13/2026</ns6:t>
            </ns6:r>
          </ns6:p>
        </p:txBody>
      </p:sp>
      <p:sp>
        <p:nvSpPr>
          <p:cNvPr id="3" name="ftr Fixture"/>
          <p:cNvSpPr>
            <ns1:spLocks xmlns:ns1="http://schemas.openxmlformats.org/drawingml/2006/main" noGrp="1"/>
          </p:cNvSpPr>
          <p:nvPr>
            <p:ph type="ftr" idx="11" sz="quarter"/>
          </p:nvPr>
        </p:nvSpPr>
        <p:spPr>
          <ns2:xfrm xmlns:ns2="http://schemas.openxmlformats.org/drawingml/2006/main">
            <ns2:off x="39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PAPER FIXTURE</ns6:t>
            </ns6:r>
          </ns6:p>
        </p:txBody>
      </p:sp>
      <p:sp>
        <p:nvSpPr>
          <p:cNvPr id="4" name="sldNum Fixture"/>
          <p:cNvSpPr>
            <ns1:spLocks xmlns:ns1="http://schemas.openxmlformats.org/drawingml/2006/main" noGrp="1"/>
          </p:cNvSpPr>
          <p:nvPr>
            <p:ph type="sldNum" idx="12" sz="quarter"/>
          </p:nvPr>
        </p:nvSpPr>
        <p:spPr>
          <ns2:xfrm xmlns:ns2="http://schemas.openxmlformats.org/drawingml/2006/main">
            <ns2:off x="95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6</ns6:t>
            </ns6:r>
          </ns6:p>
        </p:txBody>
      </p:sp>
    </p:spTree>
  </p:cSld>
  <p:hf dt="1" ftr="1" sldNum="1" hdr="0"/>
</p:sldLayout>
</file>

<file path=ppt/slideLayouts/slideLayout3.xml><?xml version="1.0" encoding="utf-8"?>
<p:sldLayout xmlns:p="http://schemas.openxmlformats.org/presentationml/2006/main" type="obj">
  <p:cSld name="Text Green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D90B5C-EA8C-4A60-BD55-055BF546B6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171450">
              <a:buFont typeface="Arial"/>
              <a:buChar char="•"/>
              <a:defRPr sz="2600">
                <a:solidFill>
                  <a:schemeClr val="accent1"/>
                </a:solidFill>
                <a:latin typeface="Trebuchet MS"/>
              </a:defRPr>
            </a:lvl1pPr>
          </a:lstStyle>
          <a:p xmlns:a="http://schemas.openxmlformats.org/drawingml/2006/main">
            <a:r>
              <a:t>Body</a:t>
            </a:r>
          </a:p>
        </p:txBody>
      </p:sp>
      <p:sp>
        <p:nvSpPr>
          <p:cNvPr id="2" name="dt Fixture"/>
          <p:cNvSpPr>
            <ns1:spLocks xmlns:ns1="http://schemas.openxmlformats.org/drawingml/2006/main" noGrp="1"/>
          </p:cNvSpPr>
          <p:nvPr>
            <p:ph type="dt" idx="10" sz="quarter"/>
          </p:nvPr>
        </p:nvSpPr>
        <p:spPr>
          <ns2:xfrm xmlns:ns2="http://schemas.openxmlformats.org/drawingml/2006/main">
            <ns2:off x="45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7/13/2026</ns6:t>
            </ns6:r>
          </ns6:p>
        </p:txBody>
      </p:sp>
      <p:sp>
        <p:nvSpPr>
          <p:cNvPr id="3" name="ftr Fixture"/>
          <p:cNvSpPr>
            <ns1:spLocks xmlns:ns1="http://schemas.openxmlformats.org/drawingml/2006/main" noGrp="1"/>
          </p:cNvSpPr>
          <p:nvPr>
            <p:ph type="ftr" idx="11" sz="quarter"/>
          </p:nvPr>
        </p:nvSpPr>
        <p:spPr>
          <ns2:xfrm xmlns:ns2="http://schemas.openxmlformats.org/drawingml/2006/main">
            <ns2:off x="39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PAPER FIXTURE</ns6:t>
            </ns6:r>
          </ns6:p>
        </p:txBody>
      </p:sp>
      <p:sp>
        <p:nvSpPr>
          <p:cNvPr id="4" name="sldNum Fixture"/>
          <p:cNvSpPr>
            <ns1:spLocks xmlns:ns1="http://schemas.openxmlformats.org/drawingml/2006/main" noGrp="1"/>
          </p:cNvSpPr>
          <p:nvPr>
            <p:ph type="sldNum" idx="12" sz="quarter"/>
          </p:nvPr>
        </p:nvSpPr>
        <p:spPr>
          <ns2:xfrm xmlns:ns2="http://schemas.openxmlformats.org/drawingml/2006/main">
            <ns2:off x="9500000" y="6460000"/>
            <ns2:ext cx="2200000" cy="240000"/>
          </ns2:xfrm>
          <ns3:prstGeom xmlns:ns3="http://schemas.openxmlformats.org/drawingml/2006/main" prst="rect">
            <ns3:avLst/>
          </ns3:prstGeom>
        </p:spPr>
        <p:txBody>
          <ns4:bodyPr xmlns:ns4="http://schemas.openxmlformats.org/drawingml/2006/main"/>
          <ns5:lstStyle xmlns:ns5="http://schemas.openxmlformats.org/drawingml/2006/main"/>
          <ns6:p xmlns:ns6="http://schemas.openxmlformats.org/drawingml/2006/main">
            <ns6:r>
              <ns6:rPr lang="en-US" sz="1100"/>
              <ns6:t>6</ns6:t>
            </ns6:r>
          </ns6:p>
        </p:txBody>
      </p:sp>
    </p:spTree>
  </p:cSld>
  <p:hf dt="1" ftr="1" sldNum="1" hdr="0"/>
</p:sldLayout>
</file>

<file path=ppt/slideLayouts/slideLayout4.xml><?xml version="1.0" encoding="utf-8"?>
<p:sldLayout xmlns:p="http://schemas.openxmlformats.org/presentationml/2006/main">
  <p:cSld name="Text Green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B94812F-C13B-4EA3-884D-95A7523D719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862e9d60a474b40" Type="http://schemas.openxmlformats.org/officeDocument/2006/relationships/theme" Target="theme/theme2.xml"/><Relationship Id="R5fa8ebdafd824d28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53497751ecba49de" Type="http://schemas.openxmlformats.org/officeDocument/2006/relationships/slideLayout" Target="../slideLayouts/slideLayout2.xml"/><Relationship Id="R585c228683d04b2e" Type="http://schemas.openxmlformats.org/officeDocument/2006/relationships/theme" Target="theme/theme3.xml"/><Relationship Id="R983f75107226479a" Type="http://schemas.openxmlformats.org/officeDocument/2006/relationships/slideLayout" Target="../slideLayouts/slideLayout4.xml"/><Relationship Id="Rb75a555c09b9436a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8ebdafd824d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Text Green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3497751ecba49de"/>
    <p:sldLayoutId xmlns:r="http://schemas.openxmlformats.org/officeDocument/2006/relationships" id="2147483652" r:id="Rb75a555c09b9436a"/>
    <p:sldLayoutId xmlns:r="http://schemas.openxmlformats.org/officeDocument/2006/relationships" id="2147483653" r:id="R983f75107226479a"/>
  </p:sldLayoutIdLst>
  <p:hf dt="1" ftr="1" sldNum="1" hdr="0"/>
</p:sldMaster>
</file>

<file path=ppt/slideMasters/theme/theme2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888142e3e354c9f" Type="http://schemas.openxmlformats.org/officeDocument/2006/relationships/notesSlide" Target="../notesSlides/notesSlide1.xml"/><Relationship Id="Rbcd3a4f009bc44bd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9a694328a6fb4e7b" Type="http://schemas.openxmlformats.org/officeDocument/2006/relationships/slideLayout" Target="../slideLayouts/slideLayout3.xml"/><Relationship Id="Rb2250a547f014325" Type="http://schemas.openxmlformats.org/officeDocument/2006/relationships/notesSlide" Target="../notesSlides/notesSlide2.xml"/><Relationship Id="rId1" Type="http://schemas.openxmlformats.org/officeDocument/2006/relationships/image" Target="../media/picture-bullet.jpeg"/></Relationships>
</file>

<file path=ppt/slides/_rels/slide3.xml.rels><?xml version='1.0' encoding='UTF-8' standalone='yes'?>
<Relationships xmlns="http://schemas.openxmlformats.org/package/2006/relationships"><Relationship Id="R5889f44e1a594332" Type="http://schemas.openxmlformats.org/officeDocument/2006/relationships/slideLayout" Target="../slideLayouts/slideLayout3.xml"/><Relationship Id="Ra5130360437e41f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7fd3068f60c4ddb" Type="http://schemas.openxmlformats.org/officeDocument/2006/relationships/notesSlide" Target="../notesSlides/notesSlide4.xml"/><Relationship Id="Rf8b287bc00a94e1b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0e0dc0a5d5384469" Type="http://schemas.openxmlformats.org/officeDocument/2006/relationships/notesSlide" Target="../notesSlides/notesSlide5.xml"/><Relationship Id="R226d1d077ca145a2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8a68ba8df079450a" Type="http://schemas.openxmlformats.org/officeDocument/2006/relationships/slideLayout" Target="../slideLayouts/slideLayout3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D562E51D-5710-4133-9D36-5BB81B7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MERIDIAN REVIEW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5789F23-223F-4046-A26A-6B4941A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Text is more than visible characters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1567929A-79F5-46BB-A807-A105EAC5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Bullets, runs, autofit, notes, and live fields</a:t>
            </a:r>
          </a:p>
        </p:txBody>
      </p:sp>
    </p:spTree>
    <p:extLst>
      <p:ext uri="{BB962C8B-B14F-4D97-AF65-F5344CB8AC3E}">
        <p14:creationId xmlns:p14="http://schemas.microsoft.com/office/powerpoint/2010/main" val="290785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5264D898-B4D1-4EF3-B43B-A082F9D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Action items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24A9D166-4306-47BF-B976-C4C4186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Bullet Candidates">
            <a:extLst xmlns:a="http://schemas.openxmlformats.org/drawingml/2006/main">
              <a:ext uri="{FF2B5EF4-FFF2-40B4-BE49-F238E27FC236}">
                <a16:creationId xmlns:a16="http://schemas.microsoft.com/office/drawing/2014/main" id="{B5289136-36AC-4F87-BC27-49303C7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• fake bullet: renew ACME</a:t>
            </a:r>
          </a:p>
          <a:p xmlns:a="http://schemas.openxmlformats.org/drawingml/2006/main">
            <a:pPr>
              <a:buAutoNum type="arabicPeriod" startAt="2"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• fake bullet: expand channel</a:t>
            </a:r>
          </a:p>
          <a:p xmlns:a="http://schemas.openxmlformats.org/drawingml/2006/main">
            <a:pPr>
              <a:buBlip>
                <a:blip xmlns:ns1="http://schemas.openxmlformats.org/officeDocument/2006/relationships" ns1:embed="rId1"/>
              </a:buBlip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plain row: preserve this text</a:t>
            </a:r>
          </a:p>
        </p:txBody>
      </p:sp>
      <p:sp>
        <p:nvSpPr>
          <p:cNvPr id="4" name="Real Bullet Baseline">
            <a:extLst xmlns:a="http://schemas.openxmlformats.org/drawingml/2006/main">
              <a:ext uri="{FF2B5EF4-FFF2-40B4-BE49-F238E27FC236}">
                <a16:creationId xmlns:a16="http://schemas.microsoft.com/office/drawing/2014/main" id="{90BBE670-1CB0-47B0-AFCD-866780F64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72250" y="152400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8" indent="-14">
              <a:buFont typeface="Arial"/>
              <a:buChar char="•"/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real bullet baseline</a:t>
            </a:r>
          </a:p>
          <a:p xmlns:a="http://schemas.openxmlformats.org/drawingml/2006/main">
            <a:pPr marL="28" indent="-14"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second real bullet</a:t>
            </a:r>
          </a:p>
        </p:txBody>
      </p:sp>
    </p:spTree>
    <p:extLst>
      <p:ext uri="{BB962C8B-B14F-4D97-AF65-F5344CB8AC3E}">
        <p14:creationId xmlns:p14="http://schemas.microsoft.com/office/powerpoint/2010/main" val="995603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AFBE165E-8562-43D2-ADE8-31EA751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Account performance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4022FC5F-34E4-4BCC-AB81-62363F9E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Account summary">
            <a:extLst xmlns:a="http://schemas.openxmlformats.org/drawingml/2006/main">
              <a:ext uri="{FF2B5EF4-FFF2-40B4-BE49-F238E27FC236}">
                <a16:creationId xmlns:a16="http://schemas.microsoft.com/office/drawing/2014/main" id="{19E2E870-917D-4F20-A0BE-53839C60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ACME </a:t>
            </a:r>
            <a:r>
              <a: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ARR</a:t>
            </a:r>
            <a:r>
              <a:rPr sz="2400" i="1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 only</a:t>
            </a:r>
          </a:p>
          <ns0:p xmlns:ns0="http://schemas.openxmlformats.org/drawingml/2006/main">
            <ns0:r>
              <ns0:rPr lang="en-US" sz="1800"/>
              <ns0:t xml:space="preserve">Field cache: </ns0:t>
            </ns0:r>
            <ns0:fld id="{00000000-1111-4222-8333-000000000019}" type="slidenum">
              <ns0:rPr lang="en-US" sz="1800"/>
              <ns0:t>3</ns0:t>
            </ns0:fld>
            <ns0:br>
              <ns0:rPr lang="en-US" sz="1800"/>
            </ns0:br>
            <ns0:r>
              <ns0:rPr lang="en-US" sz="1800"/>
              <ns0:t>after soft break</ns0:t>
            </ns0:r>
          </ns0:p>
        </p:txBody>
      </p:sp>
      <p:sp>
        <p:nvSpPr>
          <p:cNvPr id="4" name="Anchor Twin">
            <a:extLst xmlns:a="http://schemas.openxmlformats.org/drawingml/2006/main">
              <a:ext uri="{FF2B5EF4-FFF2-40B4-BE49-F238E27FC236}">
                <a16:creationId xmlns:a16="http://schemas.microsoft.com/office/drawing/2014/main" id="{FB07B4C2-0B8C-4596-B97E-BE71ADB6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ANCHOR TARGET 42</a:t>
            </a:r>
          </a:p>
        </p:txBody>
      </p:sp>
      <p:sp>
        <p:nvSpPr>
          <p:cNvPr id="5" name="Anchor Twin">
            <a:extLst xmlns:a="http://schemas.openxmlformats.org/drawingml/2006/main">
              <a:ext uri="{FF2B5EF4-FFF2-40B4-BE49-F238E27FC236}">
                <a16:creationId xmlns:a16="http://schemas.microsoft.com/office/drawing/2014/main" id="{C356028D-C36A-4585-98C5-B4B58A17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ANCHOR TARGET 42</a:t>
            </a:r>
          </a:p>
        </p:txBody>
      </p:sp>
      <p:sp>
        <p:nvSpPr>
          <p:cNvPr id="6" name="Trailing Space Target">
            <a:extLst xmlns:a="http://schemas.openxmlformats.org/drawingml/2006/main">
              <a:ext uri="{FF2B5EF4-FFF2-40B4-BE49-F238E27FC236}">
                <a16:creationId xmlns:a16="http://schemas.microsoft.com/office/drawing/2014/main" id="{4340C511-8349-4841-AFED-97FF15FB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 xml:space="preserve">PRESERVE TRAILING   </a:t>
            </a:r>
          </a:p>
        </p:txBody>
      </p:sp>
    </p:spTree>
    <p:extLst>
      <p:ext uri="{BB962C8B-B14F-4D97-AF65-F5344CB8AC3E}">
        <p14:creationId xmlns:p14="http://schemas.microsoft.com/office/powerpoint/2010/main" val="1683917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2EDD5578-5B5E-458D-8420-97CE4381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Operating assumptions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4D49AD2C-A313-4D49-A634-060574EE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Market assumptions">
            <a:extLst xmlns:a="http://schemas.openxmlformats.org/drawingml/2006/main">
              <a:ext uri="{FF2B5EF4-FFF2-40B4-BE49-F238E27FC236}">
                <a16:creationId xmlns:a16="http://schemas.microsoft.com/office/drawing/2014/main" id="{60556D60-FE42-4D6B-942B-478E6CC9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1406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6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Forecast owner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1406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6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field follows</a:t>
            </a:r>
          </a:p>
        </p:txBody>
      </p:sp>
      <p:sp>
        <p:nvSpPr>
          <p:cNvPr id="4" name="Delivery assumptions">
            <a:extLst xmlns:a="http://schemas.openxmlformats.org/drawingml/2006/main">
              <a:ext uri="{FF2B5EF4-FFF2-40B4-BE49-F238E27FC236}">
                <a16:creationId xmlns:a16="http://schemas.microsoft.com/office/drawing/2014/main" id="{A9148324-B65F-404C-9D97-87E75F5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6800"/>
              </a:lnSpc>
              <a:buNone/>
              <a:defRPr sz="1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Minimum fourteen points after normalization</a:t>
            </a:r>
          </a:p>
        </p:txBody>
      </p:sp>
      <p:sp>
        <p:nvSpPr>
          <p:cNvPr id="5" name="Design note">
            <a:extLst xmlns:a="http://schemas.openxmlformats.org/drawingml/2006/main">
              <a:ext uri="{FF2B5EF4-FFF2-40B4-BE49-F238E27FC236}">
                <a16:creationId xmlns:a16="http://schemas.microsoft.com/office/drawing/2014/main" id="{C981F363-DD36-4EF9-B20F-08788926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65000" lnSpcReduction="18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Inherited spacing is intentionally unresolved</a:t>
            </a:r>
          </a:p>
        </p:txBody>
      </p:sp>
    </p:spTree>
    <p:extLst>
      <p:ext uri="{BB962C8B-B14F-4D97-AF65-F5344CB8AC3E}">
        <p14:creationId xmlns:p14="http://schemas.microsoft.com/office/powerpoint/2010/main" val="1436566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F1775EE7-FFE1-4A98-BD79-E2351AE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Internal review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365AE8B2-D270-4106-A16C-FE8A420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Notes Present Marker">
            <a:extLst xmlns:a="http://schemas.openxmlformats.org/drawingml/2006/main">
              <a:ext uri="{FF2B5EF4-FFF2-40B4-BE49-F238E27FC236}">
                <a16:creationId xmlns:a16="http://schemas.microsoft.com/office/drawing/2014/main" id="{8F18152D-AF04-4E3B-A0D8-0140B2F0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Speaker notes exist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253948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8039B67F-5057-4572-8453-7678CE9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15A01A00-6D55-4D90-A266-1C997984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Notes Absent Marker">
            <a:extLst xmlns:a="http://schemas.openxmlformats.org/drawingml/2006/main">
              <a:ext uri="{FF2B5EF4-FFF2-40B4-BE49-F238E27FC236}">
                <a16:creationId xmlns:a16="http://schemas.microsoft.com/office/drawing/2014/main" id="{A15C5597-AB49-411B-8F0D-46277FE9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Reading must not create notes; replacing must refuse.</a:t>
            </a:r>
          </a:p>
        </p:txBody>
      </p:sp>
      <p:sp>
        <p:nvSpPr>
          <p:cNvPr id="4" name="Footer Furniture Marker">
            <a:extLst xmlns:a="http://schemas.openxmlformats.org/drawingml/2006/main">
              <a:ext uri="{FF2B5EF4-FFF2-40B4-BE49-F238E27FC236}">
                <a16:creationId xmlns:a16="http://schemas.microsoft.com/office/drawing/2014/main" id="{405CA56F-1146-4680-837F-B320B7BC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Footer, date, and slide number furniture is planted in the layout.</a:t>
            </a:r>
          </a:p>
        </p:txBody>
      </p:sp>
    </p:spTree>
    <p:extLst>
      <p:ext uri="{BB962C8B-B14F-4D97-AF65-F5344CB8AC3E}">
        <p14:creationId xmlns:p14="http://schemas.microsoft.com/office/powerpoint/2010/main" val="752949484"/>
      </p:ext>
    </p:extLst>
  </p:cSld>
</p:sld>
</file>

<file path=ppt/theme/theme1.xml><?xml version="1.0" encoding="utf-8"?>
<a:theme xmlns:a="http://schemas.openxmlformats.org/drawingml/2006/main" name="ChatGPT">
  <a:themeElements>
    <a:clrScheme name="Text Green">
      <a:dk1>
        <a:srgbClr val="000000"/>
      </a:dk1>
      <a:lt1>
        <a:srgbClr val="FFFFFF"/>
      </a:lt1>
      <a:dk2>
        <a:srgbClr val="134E4A"/>
      </a:dk2>
      <a:lt2>
        <a:srgbClr val="D1FAE5"/>
      </a:lt2>
      <a:accent1>
        <a:srgbClr val="0F766E"/>
      </a:accent1>
      <a:accent2>
        <a:srgbClr val="5EEAD4"/>
      </a:accent2>
      <a:accent3>
        <a:srgbClr val="D97706"/>
      </a:accent3>
      <a:accent4>
        <a:srgbClr val="BE123C"/>
      </a:accent4>
      <a:accent5>
        <a:srgbClr val="4338CA"/>
      </a:accent5>
      <a:accent6>
        <a:srgbClr val="65A30D"/>
      </a:accent6>
      <a:hlink>
        <a:srgbClr val="0F766E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x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2026-07-13T09:28:59.0090000Z</dcterms:created>
  <dcterms:modified xsi:type="dcterms:W3CDTF">2026-07-13T09:28:59.0090000Z</dcterms:modified>
</coreProperties>
</file>