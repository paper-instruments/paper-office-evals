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57" r:id="rId8"/>
    <p:sldId id="260" r:id="rId11"/>
    <p:sldId id="261" r:id="rId9"/>
  </p:sldIdLst>
  <p:sldSz cx="12191999" cy="6858000" type="screen4x3"/>
  <p:notesSz cx="6858000" cy="9144000"/>
  <p:custShowLst>
    <p:custShow name="Leadership briefing" id="0">
      <p:sldLst>
        <p:sld r:id="rId8"/>
        <p:sld r:id="rId11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00000001-1111-4111-8111-000000000001}">
          <ns0:sldIdLst>
            <ns0:sldId id="256"/>
          </ns0:sldIdLst>
        </ns0:section>
        <ns0:section name="Review" id="{00000002-1111-4111-8111-000000000002}">
          <ns0:sldIdLst>
            <ns0:sldId id="259"/>
            <ns0:sldId id="257"/>
          </ns0:sldIdLst>
        </ns0:section>
        <ns0:section name="Close" id="{00000003-1111-4111-8111-000000000003}">
          <ns0:sldIdLst>
            <ns0:sldId id="260"/>
            <ns0:sldId id="261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Regional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Financial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Decisions and 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leadership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September operating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outlook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Pipeline remains on plan.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Appendix: planning assumptions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Forecast uses signed contracts and qualified pipeline.</a:t>
            </a:r>
          </a:p>
          <a:p>
            <a:r>
              <a:rPr sz="2200">
                <a:solidFill>
                  <a:srgbClr val="243746"/>
                </a:solidFill>
                <a:latin typeface="Arial"/>
              </a:rPr>
              <a:t>Currency rates are held at the September planning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summary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Revenue and margin remain within the approved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Decisions and next steps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Confirm owners at the leadership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