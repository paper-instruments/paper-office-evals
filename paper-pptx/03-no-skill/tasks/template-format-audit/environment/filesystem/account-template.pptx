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85000"/>
              <a:buFont typeface="+mj-lt"/>
              <a:buChar char="•"/>
              <a:defRPr sz="2200">
                <a:solidFill>
                  <a:schemeClr val="tx1"/>
                </a:solidFill>
                <a:latin typeface="+mn-lt"/>
              </a:defRPr>
            </a:lvl1pPr>
            <a:lvl2pPr>
              <a:buSzPts val="1600"/>
              <a:buFontTx/>
              <a:buAutoNum type="arabicPeriod" startAt="3"/>
              <a:defRPr sz="1800">
                <a:solidFill>
                  <a:schemeClr val="accent1"/>
                </a:solidFill>
                <a:latin typeface="Aptos"/>
              </a:defRPr>
            </a:lvl2pPr>
            <a:lvl3pPr>
              <a:buFontTx/>
              <a:buNone/>
              <a:defRPr sz="1800">
                <a:solidFill>
                  <a:schemeClr val="accent1"/>
                </a:solidFill>
                <a:latin typeface="Aptos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overrideClrMapping bg1="lt1" tx1="accent3" bg2="lt2" tx2="dk2" accent1="accent2" accent2="accent2" accent3="accent4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priorities</a:t>
            </a:r>
          </a:p>
        </p:txBody>
      </p:sp>
      <p:sp>
        <p:nvSpPr>
          <p:cNvPr id="3" name="Priorities"/>
          <p:cNvSpPr>
            <a:spLocks noGrp="1"/>
          </p:cNvSpPr>
          <p:nvPr>
            <p:ph idx="1"/>
          </p:nvPr>
        </p:nvSpPr>
        <p:spPr>
          <a:xfrm>
            <a:ext cx="0" cy="3291840"/>
          </a:xfrm>
        </p:spPr>
        <p:txBody>
          <a:bodyPr/>
          <a:lstStyle/>
          <a:p>
            <a:pPr/>
            <a:r>
              <a:t>Confirm renewal owners.</a:t>
            </a:r>
          </a:p>
          <a:p>
            <a:pPr lvl="1"/>
            <a:r>
              <a:rPr>
                <a:solidFill>
                  <a:srgbClr val="7A2455"/>
                </a:solidFill>
              </a:rPr>
              <a:t>Publish account plans.</a:t>
            </a:r>
          </a:p>
          <a:p>
            <a:pPr lvl="2"/>
            <a:r>
              <a:t>Review with the sponsor.</a:t>
            </a:r>
          </a:p>
        </p:txBody>
      </p:sp>
      <p:sp>
        <p:nvSpPr>
          <p:cNvPr id="4" name="Template annotation"/>
          <p:cNvSpPr txBox="1"/>
          <p:nvPr/>
        </p:nvSpPr>
        <p:spPr>
          <a:xfrm>
            <a:off x="64008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ysClr val="windowText"/>
                </a:solidFill>
                <a:latin typeface="+mj-cs"/>
              </a:rPr>
              <a:t>Confirm the regional font before rollout.</a:t>
            </a:r>
          </a:p>
        </p:txBody>
      </p:sp>
    </p:spTree>
  </p:cSld>
  <p:clrMapOvr>
    <a:overrideClrMapping bg1="lt1" tx1="accent3" bg2="lt2" tx2="dk2" accent1="accent2" accent2="accent2" accent3="accent4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Brand color review</a:t>
            </a:r>
          </a:p>
        </p:txBody>
      </p:sp>
      <p:sp>
        <p:nvSpPr>
          <p:cNvPr id="3" name="Rollout banner"/>
          <p:cNvSpPr/>
          <p:nvPr/>
        </p:nvSpPr>
        <p:spPr>
          <a:xfrm>
            <a:off x="731520" y="1828800"/>
            <a:ext cx="3200400" cy="2103120"/>
          </a:xfrm>
          <a:prstGeom prst="rect">
            <a:avLst/>
          </a:prstGeom>
          <a:solidFill>
            <a:schemeClr val="accent1"/>
          </a:solidFill>
          <a:ln>
            <a:solidFill>
              <a:srgbClr val="2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llout banner label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ptos"/>
              </a:rPr>
              <a:t>Rollout banner</a:t>
            </a:r>
          </a:p>
        </p:txBody>
      </p:sp>
      <p:sp>
        <p:nvSpPr>
          <p:cNvPr id="5" name="Reference panel"/>
          <p:cNvSpPr/>
          <p:nvPr/>
        </p:nvSpPr>
        <p:spPr>
          <a:xfrm>
            <a:off x="4480559" y="1828800"/>
            <a:ext cx="3200400" cy="2103120"/>
          </a:xfrm>
          <a:prstGeom prst="rect">
            <a:avLst/>
          </a:prstGeom>
          <a:solidFill>
            <a:srgbClr val="E5EDF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ference panel label"/>
          <p:cNvSpPr txBox="1"/>
          <p:nvPr/>
        </p:nvSpPr>
        <p:spPr>
          <a:xfrm>
            <a:off x="4480559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ptos"/>
              </a:rPr>
              <a:t>Reference panel</a:t>
            </a:r>
          </a:p>
        </p:txBody>
      </p:sp>
      <p:sp>
        <p:nvSpPr>
          <p:cNvPr id="7" name="Review highlight"/>
          <p:cNvSpPr/>
          <p:nvPr/>
        </p:nvSpPr>
        <p:spPr>
          <a:xfrm>
            <a:off x="8229600" y="1828800"/>
            <a:ext cx="3200400" cy="2103120"/>
          </a:xfrm>
          <a:prstGeom prst="rect">
            <a:avLst/>
          </a:prstGeom>
          <a:gradFill rotWithShape="1">
            <a:gsLst>
              <a:gs pos="0">
                <a:srgbClr val="2F6F52"/>
              </a:gs>
              <a:gs pos="100000">
                <a:srgbClr val="E5EDF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view highlight label"/>
          <p:cNvSpPr txBox="1"/>
          <p:nvPr/>
        </p:nvSpPr>
        <p:spPr>
          <a:xfrm>
            <a:off x="82296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ptos"/>
              </a:rPr>
              <a:t>Review highlight</a:t>
            </a:r>
          </a:p>
        </p:txBody>
      </p:sp>
    </p:spTree>
  </p:cSld>
  <p:clrMapOvr>
    <a:overrideClrMapping bg1="lt1" tx1="accent3" bg2="lt2" tx2="dk2" accent1="accent2" accent2="accent2" accent3="accent4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8902D"/>
      </a:accent1>
      <a:accent2>
        <a:srgbClr val="2F6F52"/>
      </a:accent2>
      <a:accent3>
        <a:srgbClr val="2E5B9A"/>
      </a:accent3>
      <a:accent4>
        <a:srgbClr val="7A2455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