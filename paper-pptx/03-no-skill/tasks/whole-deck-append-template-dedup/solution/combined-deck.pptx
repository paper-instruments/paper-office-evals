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r:id="rId10" id="2147483660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Master" Target="slideMasters/slideMaster2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FY26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North</c:v>
                </c:pt>
                <c:pt idx="1">
                  <c:v>South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12.5</c:v>
                </c:pt>
                <c:pt idx="1">
                  <c:v>8.75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210DB-46A0-4489-83E8-145FCB482522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FB61A-6648-4525-B6F8-AC9B7B18C0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A97F8-3356-44EE-A6D1-7617481855CF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05AA8-8D18-4B98-A631-A50DF880E1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eta Spec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8EE51-55F6-4057-B864-B753C0054A13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39266-8E4D-4D0E-8985-1ADF4EA0F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0791D-988A-4901-96DD-AB91BABCB746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904DD-AB74-4137-ABB0-496C18345F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F9FAC-C747-4998-AA42-2A4A98822D21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4A8F98-8E07-4246-80E6-4E24E685DB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r:id="rId2" id="2147483661"/>
    <p:sldLayoutId r:id="rId3" id="2147483662"/>
    <p:sldLayoutId r:id="rId4" id="2147483663"/>
    <p:sldLayoutId r:id="rId5" id="214748366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Alpha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Paper template alpha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Alpha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Alpha point one</a:t>
            </a:r>
          </a:p>
          <a:p>
            <a:pPr lvl="1"/>
            <a:r>
              <a:t>Alpha point two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lpha_pic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828800" cy="1828800"/>
          </a:xfrm>
          <a:prstGeom prst="rect">
            <a:avLst/>
          </a:prstGeom>
        </p:spPr>
      </p:pic>
      <p:sp>
        <p:nvSpPr>
          <p:cNvPr id="3" name="alpha_box"/>
          <p:cNvSpPr txBox="1"/>
          <p:nvPr/>
        </p:nvSpPr>
        <p:spPr>
          <a:xfrm>
            <a:off x="3657600" y="18288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Alpha floating 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Beta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Paper template beta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Beta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Beta point one</a:t>
            </a:r>
          </a:p>
          <a:p>
            <a:pPr lvl="1"/>
            <a:r>
              <a:t>Beta point two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Beta Chart</a:t>
            </a:r>
          </a:p>
        </p:txBody>
      </p:sp>
      <p:graphicFrame>
        <p:nvGraphicFramePr>
          <p:cNvPr id="3" name="beta_chart"/>
          <p:cNvGraphicFramePr>
            <a:graphicFrameLocks noGrp="1"/>
          </p:cNvGraphicFramePr>
          <p:nvPr/>
        </p:nvGraphicFramePr>
        <p:xfrm>
          <a:off x="914400" y="1371600"/>
          <a:ext cx="5486400" cy="365760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eta_pic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8288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aper Alph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AA3311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aper Bet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166BB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ourier Ne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